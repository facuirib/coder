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87" r:id="rId2"/>
    <p:sldId id="288" r:id="rId3"/>
    <p:sldId id="289" r:id="rId4"/>
    <p:sldId id="290" r:id="rId5"/>
    <p:sldId id="291" r:id="rId6"/>
    <p:sldId id="293" r:id="rId7"/>
    <p:sldId id="296" r:id="rId8"/>
    <p:sldId id="295" r:id="rId9"/>
    <p:sldId id="297" r:id="rId10"/>
    <p:sldId id="298" r:id="rId11"/>
    <p:sldId id="299" r:id="rId12"/>
    <p:sldId id="269" r:id="rId1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Montserrat SemiBold" panose="000007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01">
          <p15:clr>
            <a:srgbClr val="A4A3A4"/>
          </p15:clr>
        </p15:guide>
        <p15:guide id="2" pos="3957">
          <p15:clr>
            <a:srgbClr val="A4A3A4"/>
          </p15:clr>
        </p15:guide>
        <p15:guide id="3" orient="horz" pos="426">
          <p15:clr>
            <a:srgbClr val="9AA0A6"/>
          </p15:clr>
        </p15:guide>
        <p15:guide id="4" pos="4266">
          <p15:clr>
            <a:srgbClr val="A4A3A4"/>
          </p15:clr>
        </p15:guide>
        <p15:guide id="5" pos="2784">
          <p15:clr>
            <a:srgbClr val="A4A3A4"/>
          </p15:clr>
        </p15:guide>
        <p15:guide id="6" pos="3990">
          <p15:clr>
            <a:srgbClr val="A4A3A4"/>
          </p15:clr>
        </p15:guide>
        <p15:guide id="7" pos="1353">
          <p15:clr>
            <a:srgbClr val="A4A3A4"/>
          </p15:clr>
        </p15:guide>
        <p15:guide id="8" pos="2109">
          <p15:clr>
            <a:srgbClr val="A4A3A4"/>
          </p15:clr>
        </p15:guide>
        <p15:guide id="9" pos="63">
          <p15:clr>
            <a:srgbClr val="A4A3A4"/>
          </p15:clr>
        </p15:guide>
        <p15:guide id="10" orient="horz" pos="519">
          <p15:clr>
            <a:srgbClr val="9AA0A6"/>
          </p15:clr>
        </p15:guide>
        <p15:guide id="11" pos="3621">
          <p15:clr>
            <a:srgbClr val="9AA0A6"/>
          </p15:clr>
        </p15:guide>
        <p15:guide id="12" orient="horz" pos="641">
          <p15:clr>
            <a:srgbClr val="9AA0A6"/>
          </p15:clr>
        </p15:guide>
        <p15:guide id="13" orient="horz" pos="3191">
          <p15:clr>
            <a:srgbClr val="9AA0A6"/>
          </p15:clr>
        </p15:guide>
        <p15:guide id="14" pos="663">
          <p15:clr>
            <a:srgbClr val="9AA0A6"/>
          </p15:clr>
        </p15:guide>
        <p15:guide id="15" pos="720">
          <p15:clr>
            <a:srgbClr val="9AA0A6"/>
          </p15:clr>
        </p15:guide>
        <p15:guide id="16" pos="4359">
          <p15:clr>
            <a:srgbClr val="9AA0A6"/>
          </p15:clr>
        </p15:guide>
        <p15:guide id="17" pos="5708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27E628-3BF0-4823-ACFC-2CE4B8912D0E}" v="58" dt="2025-08-05T15:36:36.546"/>
  </p1510:revLst>
</p1510:revInfo>
</file>

<file path=ppt/tableStyles.xml><?xml version="1.0" encoding="utf-8"?>
<a:tblStyleLst xmlns:a="http://schemas.openxmlformats.org/drawingml/2006/main" def="{9223FA8E-F35A-44A7-994D-F3E66493AE3B}">
  <a:tblStyle styleId="{9223FA8E-F35A-44A7-994D-F3E66493AE3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38" y="120"/>
      </p:cViewPr>
      <p:guideLst>
        <p:guide orient="horz" pos="1701"/>
        <p:guide pos="3957"/>
        <p:guide orient="horz" pos="426"/>
        <p:guide pos="4266"/>
        <p:guide pos="2784"/>
        <p:guide pos="3990"/>
        <p:guide pos="1353"/>
        <p:guide pos="2109"/>
        <p:guide pos="63"/>
        <p:guide orient="horz" pos="519"/>
        <p:guide pos="3621"/>
        <p:guide orient="horz" pos="641"/>
        <p:guide orient="horz" pos="3191"/>
        <p:guide pos="663"/>
        <p:guide pos="720"/>
        <p:guide pos="4359"/>
        <p:guide pos="57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cundo Bosch" userId="58229a8a99125e28" providerId="LiveId" clId="{CF27E628-3BF0-4823-ACFC-2CE4B8912D0E}"/>
    <pc:docChg chg="undo custSel addSld delSld modSld sldOrd">
      <pc:chgData name="Facundo Bosch" userId="58229a8a99125e28" providerId="LiveId" clId="{CF27E628-3BF0-4823-ACFC-2CE4B8912D0E}" dt="2025-08-05T15:38:21.371" v="1690" actId="20577"/>
      <pc:docMkLst>
        <pc:docMk/>
      </pc:docMkLst>
      <pc:sldChg chg="modSp mod">
        <pc:chgData name="Facundo Bosch" userId="58229a8a99125e28" providerId="LiveId" clId="{CF27E628-3BF0-4823-ACFC-2CE4B8912D0E}" dt="2025-08-05T15:38:21.371" v="1690" actId="20577"/>
        <pc:sldMkLst>
          <pc:docMk/>
          <pc:sldMk cId="0" sldId="269"/>
        </pc:sldMkLst>
        <pc:spChg chg="mod">
          <ac:chgData name="Facundo Bosch" userId="58229a8a99125e28" providerId="LiveId" clId="{CF27E628-3BF0-4823-ACFC-2CE4B8912D0E}" dt="2025-08-05T15:38:09.933" v="1650" actId="20577"/>
          <ac:spMkLst>
            <pc:docMk/>
            <pc:sldMk cId="0" sldId="269"/>
            <ac:spMk id="182" creationId="{00000000-0000-0000-0000-000000000000}"/>
          </ac:spMkLst>
        </pc:spChg>
        <pc:spChg chg="mod">
          <ac:chgData name="Facundo Bosch" userId="58229a8a99125e28" providerId="LiveId" clId="{CF27E628-3BF0-4823-ACFC-2CE4B8912D0E}" dt="2025-08-05T15:38:21.371" v="1690" actId="20577"/>
          <ac:spMkLst>
            <pc:docMk/>
            <pc:sldMk cId="0" sldId="269"/>
            <ac:spMk id="183" creationId="{00000000-0000-0000-0000-000000000000}"/>
          </ac:spMkLst>
        </pc:spChg>
      </pc:sldChg>
      <pc:sldChg chg="modSp mod">
        <pc:chgData name="Facundo Bosch" userId="58229a8a99125e28" providerId="LiveId" clId="{CF27E628-3BF0-4823-ACFC-2CE4B8912D0E}" dt="2025-08-05T14:53:34.652" v="49" actId="207"/>
        <pc:sldMkLst>
          <pc:docMk/>
          <pc:sldMk cId="635517703" sldId="289"/>
        </pc:sldMkLst>
        <pc:spChg chg="mod">
          <ac:chgData name="Facundo Bosch" userId="58229a8a99125e28" providerId="LiveId" clId="{CF27E628-3BF0-4823-ACFC-2CE4B8912D0E}" dt="2025-08-05T14:53:34.652" v="49" actId="207"/>
          <ac:spMkLst>
            <pc:docMk/>
            <pc:sldMk cId="635517703" sldId="289"/>
            <ac:spMk id="155" creationId="{A65F30CD-DE0D-099A-C4BB-FECB37482928}"/>
          </ac:spMkLst>
        </pc:spChg>
      </pc:sldChg>
      <pc:sldChg chg="modSp mod">
        <pc:chgData name="Facundo Bosch" userId="58229a8a99125e28" providerId="LiveId" clId="{CF27E628-3BF0-4823-ACFC-2CE4B8912D0E}" dt="2025-08-05T14:53:38.826" v="50" actId="207"/>
        <pc:sldMkLst>
          <pc:docMk/>
          <pc:sldMk cId="4087488221" sldId="290"/>
        </pc:sldMkLst>
        <pc:spChg chg="mod">
          <ac:chgData name="Facundo Bosch" userId="58229a8a99125e28" providerId="LiveId" clId="{CF27E628-3BF0-4823-ACFC-2CE4B8912D0E}" dt="2025-08-05T14:53:38.826" v="50" actId="207"/>
          <ac:spMkLst>
            <pc:docMk/>
            <pc:sldMk cId="4087488221" sldId="290"/>
            <ac:spMk id="155" creationId="{58A6B85D-88FB-5111-F344-949EA353BA89}"/>
          </ac:spMkLst>
        </pc:spChg>
      </pc:sldChg>
      <pc:sldChg chg="addSp modSp mod">
        <pc:chgData name="Facundo Bosch" userId="58229a8a99125e28" providerId="LiveId" clId="{CF27E628-3BF0-4823-ACFC-2CE4B8912D0E}" dt="2025-08-05T14:57:42.337" v="96" actId="20577"/>
        <pc:sldMkLst>
          <pc:docMk/>
          <pc:sldMk cId="3365202999" sldId="291"/>
        </pc:sldMkLst>
        <pc:spChg chg="mod">
          <ac:chgData name="Facundo Bosch" userId="58229a8a99125e28" providerId="LiveId" clId="{CF27E628-3BF0-4823-ACFC-2CE4B8912D0E}" dt="2025-08-05T14:56:07.541" v="67" actId="20577"/>
          <ac:spMkLst>
            <pc:docMk/>
            <pc:sldMk cId="3365202999" sldId="291"/>
            <ac:spMk id="155" creationId="{411A87ED-AA8C-30CB-CFDC-AD8A5E60CE84}"/>
          </ac:spMkLst>
        </pc:spChg>
        <pc:graphicFrameChg chg="add mod modGraphic">
          <ac:chgData name="Facundo Bosch" userId="58229a8a99125e28" providerId="LiveId" clId="{CF27E628-3BF0-4823-ACFC-2CE4B8912D0E}" dt="2025-08-05T14:57:31.278" v="95" actId="14100"/>
          <ac:graphicFrameMkLst>
            <pc:docMk/>
            <pc:sldMk cId="3365202999" sldId="291"/>
            <ac:graphicFrameMk id="4" creationId="{D8C7C2AB-3527-7438-0370-59C228C6DB2E}"/>
          </ac:graphicFrameMkLst>
        </pc:graphicFrameChg>
        <pc:graphicFrameChg chg="add mod modGraphic">
          <ac:chgData name="Facundo Bosch" userId="58229a8a99125e28" providerId="LiveId" clId="{CF27E628-3BF0-4823-ACFC-2CE4B8912D0E}" dt="2025-08-05T14:57:42.337" v="96" actId="20577"/>
          <ac:graphicFrameMkLst>
            <pc:docMk/>
            <pc:sldMk cId="3365202999" sldId="291"/>
            <ac:graphicFrameMk id="6" creationId="{9EB35355-2459-B07C-2381-82CC20315012}"/>
          </ac:graphicFrameMkLst>
        </pc:graphicFrameChg>
      </pc:sldChg>
      <pc:sldChg chg="new del">
        <pc:chgData name="Facundo Bosch" userId="58229a8a99125e28" providerId="LiveId" clId="{CF27E628-3BF0-4823-ACFC-2CE4B8912D0E}" dt="2025-08-05T15:26:25.510" v="1517" actId="47"/>
        <pc:sldMkLst>
          <pc:docMk/>
          <pc:sldMk cId="769144974" sldId="292"/>
        </pc:sldMkLst>
      </pc:sldChg>
      <pc:sldChg chg="addSp delSp modSp add mod ord">
        <pc:chgData name="Facundo Bosch" userId="58229a8a99125e28" providerId="LiveId" clId="{CF27E628-3BF0-4823-ACFC-2CE4B8912D0E}" dt="2025-08-05T15:07:49.026" v="316" actId="1076"/>
        <pc:sldMkLst>
          <pc:docMk/>
          <pc:sldMk cId="2070269500" sldId="293"/>
        </pc:sldMkLst>
        <pc:spChg chg="add mod">
          <ac:chgData name="Facundo Bosch" userId="58229a8a99125e28" providerId="LiveId" clId="{CF27E628-3BF0-4823-ACFC-2CE4B8912D0E}" dt="2025-08-05T15:07:04.215" v="305" actId="1076"/>
          <ac:spMkLst>
            <pc:docMk/>
            <pc:sldMk cId="2070269500" sldId="293"/>
            <ac:spMk id="9" creationId="{619F9042-7B02-409F-37FA-CD58A00FB68E}"/>
          </ac:spMkLst>
        </pc:spChg>
        <pc:spChg chg="add mod">
          <ac:chgData name="Facundo Bosch" userId="58229a8a99125e28" providerId="LiveId" clId="{CF27E628-3BF0-4823-ACFC-2CE4B8912D0E}" dt="2025-08-05T15:05:46.652" v="274" actId="113"/>
          <ac:spMkLst>
            <pc:docMk/>
            <pc:sldMk cId="2070269500" sldId="293"/>
            <ac:spMk id="17" creationId="{1FD72C86-B0DE-4CB6-A96C-E36822F601F0}"/>
          </ac:spMkLst>
        </pc:spChg>
        <pc:spChg chg="add mod">
          <ac:chgData name="Facundo Bosch" userId="58229a8a99125e28" providerId="LiveId" clId="{CF27E628-3BF0-4823-ACFC-2CE4B8912D0E}" dt="2025-08-05T15:07:49.026" v="316" actId="1076"/>
          <ac:spMkLst>
            <pc:docMk/>
            <pc:sldMk cId="2070269500" sldId="293"/>
            <ac:spMk id="18" creationId="{B06C7AE0-82FC-38BE-910C-A4FCF0947EC9}"/>
          </ac:spMkLst>
        </pc:spChg>
        <pc:spChg chg="mod">
          <ac:chgData name="Facundo Bosch" userId="58229a8a99125e28" providerId="LiveId" clId="{CF27E628-3BF0-4823-ACFC-2CE4B8912D0E}" dt="2025-08-05T14:58:41.577" v="142" actId="20577"/>
          <ac:spMkLst>
            <pc:docMk/>
            <pc:sldMk cId="2070269500" sldId="293"/>
            <ac:spMk id="155" creationId="{95405D1F-5DF5-5E57-8E92-68B60E3AC453}"/>
          </ac:spMkLst>
        </pc:spChg>
        <pc:graphicFrameChg chg="del">
          <ac:chgData name="Facundo Bosch" userId="58229a8a99125e28" providerId="LiveId" clId="{CF27E628-3BF0-4823-ACFC-2CE4B8912D0E}" dt="2025-08-05T14:58:28.058" v="99" actId="478"/>
          <ac:graphicFrameMkLst>
            <pc:docMk/>
            <pc:sldMk cId="2070269500" sldId="293"/>
            <ac:graphicFrameMk id="4" creationId="{AC2CBCF3-A648-F288-0C4C-488797EE3A3F}"/>
          </ac:graphicFrameMkLst>
        </pc:graphicFrameChg>
        <pc:graphicFrameChg chg="del">
          <ac:chgData name="Facundo Bosch" userId="58229a8a99125e28" providerId="LiveId" clId="{CF27E628-3BF0-4823-ACFC-2CE4B8912D0E}" dt="2025-08-05T14:58:29.885" v="100" actId="478"/>
          <ac:graphicFrameMkLst>
            <pc:docMk/>
            <pc:sldMk cId="2070269500" sldId="293"/>
            <ac:graphicFrameMk id="6" creationId="{411A322F-F895-9230-2950-905AC2486A3D}"/>
          </ac:graphicFrameMkLst>
        </pc:graphicFrameChg>
        <pc:picChg chg="add del mod">
          <ac:chgData name="Facundo Bosch" userId="58229a8a99125e28" providerId="LiveId" clId="{CF27E628-3BF0-4823-ACFC-2CE4B8912D0E}" dt="2025-08-05T15:01:35.301" v="167" actId="478"/>
          <ac:picMkLst>
            <pc:docMk/>
            <pc:sldMk cId="2070269500" sldId="293"/>
            <ac:picMk id="5" creationId="{BED86F60-3E46-8271-3F00-8937926E01C2}"/>
          </ac:picMkLst>
        </pc:picChg>
        <pc:picChg chg="add del mod">
          <ac:chgData name="Facundo Bosch" userId="58229a8a99125e28" providerId="LiveId" clId="{CF27E628-3BF0-4823-ACFC-2CE4B8912D0E}" dt="2025-08-05T15:01:35.761" v="168" actId="478"/>
          <ac:picMkLst>
            <pc:docMk/>
            <pc:sldMk cId="2070269500" sldId="293"/>
            <ac:picMk id="8" creationId="{18845981-18BE-7E9C-8BD0-D3398CC9AFD7}"/>
          </ac:picMkLst>
        </pc:picChg>
        <pc:picChg chg="add mod">
          <ac:chgData name="Facundo Bosch" userId="58229a8a99125e28" providerId="LiveId" clId="{CF27E628-3BF0-4823-ACFC-2CE4B8912D0E}" dt="2025-08-05T15:06:24.436" v="287" actId="1076"/>
          <ac:picMkLst>
            <pc:docMk/>
            <pc:sldMk cId="2070269500" sldId="293"/>
            <ac:picMk id="11" creationId="{0D143362-A2BF-D8A6-169A-3464CE60B9CA}"/>
          </ac:picMkLst>
        </pc:picChg>
        <pc:picChg chg="add mod">
          <ac:chgData name="Facundo Bosch" userId="58229a8a99125e28" providerId="LiveId" clId="{CF27E628-3BF0-4823-ACFC-2CE4B8912D0E}" dt="2025-08-05T15:07:14.103" v="309" actId="14100"/>
          <ac:picMkLst>
            <pc:docMk/>
            <pc:sldMk cId="2070269500" sldId="293"/>
            <ac:picMk id="13" creationId="{08A9B9DB-F0FC-7ECE-8E33-97D901FD19C6}"/>
          </ac:picMkLst>
        </pc:picChg>
        <pc:picChg chg="add del mod">
          <ac:chgData name="Facundo Bosch" userId="58229a8a99125e28" providerId="LiveId" clId="{CF27E628-3BF0-4823-ACFC-2CE4B8912D0E}" dt="2025-08-05T15:04:32.650" v="181" actId="478"/>
          <ac:picMkLst>
            <pc:docMk/>
            <pc:sldMk cId="2070269500" sldId="293"/>
            <ac:picMk id="15" creationId="{5F88E29F-4D26-76EB-D562-4B2CC25F5618}"/>
          </ac:picMkLst>
        </pc:picChg>
      </pc:sldChg>
      <pc:sldChg chg="new del">
        <pc:chgData name="Facundo Bosch" userId="58229a8a99125e28" providerId="LiveId" clId="{CF27E628-3BF0-4823-ACFC-2CE4B8912D0E}" dt="2025-08-05T15:01:33.502" v="166" actId="47"/>
        <pc:sldMkLst>
          <pc:docMk/>
          <pc:sldMk cId="884801330" sldId="294"/>
        </pc:sldMkLst>
      </pc:sldChg>
      <pc:sldChg chg="addSp modSp add mod ord">
        <pc:chgData name="Facundo Bosch" userId="58229a8a99125e28" providerId="LiveId" clId="{CF27E628-3BF0-4823-ACFC-2CE4B8912D0E}" dt="2025-08-05T15:26:36.053" v="1520" actId="207"/>
        <pc:sldMkLst>
          <pc:docMk/>
          <pc:sldMk cId="549718314" sldId="295"/>
        </pc:sldMkLst>
        <pc:spChg chg="add mod">
          <ac:chgData name="Facundo Bosch" userId="58229a8a99125e28" providerId="LiveId" clId="{CF27E628-3BF0-4823-ACFC-2CE4B8912D0E}" dt="2025-08-05T15:14:14.480" v="1080" actId="113"/>
          <ac:spMkLst>
            <pc:docMk/>
            <pc:sldMk cId="549718314" sldId="295"/>
            <ac:spMk id="3" creationId="{F7C2575D-75CE-443C-0ADD-8BDD3317C166}"/>
          </ac:spMkLst>
        </pc:spChg>
        <pc:spChg chg="mod">
          <ac:chgData name="Facundo Bosch" userId="58229a8a99125e28" providerId="LiveId" clId="{CF27E628-3BF0-4823-ACFC-2CE4B8912D0E}" dt="2025-08-05T15:12:14.794" v="724"/>
          <ac:spMkLst>
            <pc:docMk/>
            <pc:sldMk cId="549718314" sldId="295"/>
            <ac:spMk id="9" creationId="{3903B0E6-2167-D836-9B72-33C507065275}"/>
          </ac:spMkLst>
        </pc:spChg>
        <pc:spChg chg="mod">
          <ac:chgData name="Facundo Bosch" userId="58229a8a99125e28" providerId="LiveId" clId="{CF27E628-3BF0-4823-ACFC-2CE4B8912D0E}" dt="2025-08-05T15:26:36.053" v="1520" actId="207"/>
          <ac:spMkLst>
            <pc:docMk/>
            <pc:sldMk cId="549718314" sldId="295"/>
            <ac:spMk id="155" creationId="{C39791C8-BE2D-6E99-8F21-8004759D5793}"/>
          </ac:spMkLst>
        </pc:spChg>
        <pc:picChg chg="mod">
          <ac:chgData name="Facundo Bosch" userId="58229a8a99125e28" providerId="LiveId" clId="{CF27E628-3BF0-4823-ACFC-2CE4B8912D0E}" dt="2025-08-05T15:09:49.825" v="339" actId="1076"/>
          <ac:picMkLst>
            <pc:docMk/>
            <pc:sldMk cId="549718314" sldId="295"/>
            <ac:picMk id="5" creationId="{4A8B7874-EE87-2A3B-DB42-0B89CDD0B237}"/>
          </ac:picMkLst>
        </pc:picChg>
      </pc:sldChg>
      <pc:sldChg chg="addSp delSp modSp add mod">
        <pc:chgData name="Facundo Bosch" userId="58229a8a99125e28" providerId="LiveId" clId="{CF27E628-3BF0-4823-ACFC-2CE4B8912D0E}" dt="2025-08-05T15:26:39.913" v="1521" actId="207"/>
        <pc:sldMkLst>
          <pc:docMk/>
          <pc:sldMk cId="24769437" sldId="296"/>
        </pc:sldMkLst>
        <pc:spChg chg="add mod">
          <ac:chgData name="Facundo Bosch" userId="58229a8a99125e28" providerId="LiveId" clId="{CF27E628-3BF0-4823-ACFC-2CE4B8912D0E}" dt="2025-08-05T15:18:26.189" v="1119" actId="1076"/>
          <ac:spMkLst>
            <pc:docMk/>
            <pc:sldMk cId="24769437" sldId="296"/>
            <ac:spMk id="8" creationId="{D15EC6C4-A7DE-4CA3-F4E7-C17588CAEA14}"/>
          </ac:spMkLst>
        </pc:spChg>
        <pc:spChg chg="mod">
          <ac:chgData name="Facundo Bosch" userId="58229a8a99125e28" providerId="LiveId" clId="{CF27E628-3BF0-4823-ACFC-2CE4B8912D0E}" dt="2025-08-05T15:17:29.468" v="1104" actId="1076"/>
          <ac:spMkLst>
            <pc:docMk/>
            <pc:sldMk cId="24769437" sldId="296"/>
            <ac:spMk id="9" creationId="{55A028D1-88E9-1F75-BE93-D372A716F507}"/>
          </ac:spMkLst>
        </pc:spChg>
        <pc:spChg chg="mod">
          <ac:chgData name="Facundo Bosch" userId="58229a8a99125e28" providerId="LiveId" clId="{CF27E628-3BF0-4823-ACFC-2CE4B8912D0E}" dt="2025-08-05T15:17:41.405" v="1109" actId="1076"/>
          <ac:spMkLst>
            <pc:docMk/>
            <pc:sldMk cId="24769437" sldId="296"/>
            <ac:spMk id="18" creationId="{16D275B0-196D-1439-2309-26AB06BE0F78}"/>
          </ac:spMkLst>
        </pc:spChg>
        <pc:spChg chg="mod">
          <ac:chgData name="Facundo Bosch" userId="58229a8a99125e28" providerId="LiveId" clId="{CF27E628-3BF0-4823-ACFC-2CE4B8912D0E}" dt="2025-08-05T15:26:39.913" v="1521" actId="207"/>
          <ac:spMkLst>
            <pc:docMk/>
            <pc:sldMk cId="24769437" sldId="296"/>
            <ac:spMk id="155" creationId="{D9909DBC-EE01-25E3-09AE-404A97C58BE3}"/>
          </ac:spMkLst>
        </pc:spChg>
        <pc:picChg chg="add mod">
          <ac:chgData name="Facundo Bosch" userId="58229a8a99125e28" providerId="LiveId" clId="{CF27E628-3BF0-4823-ACFC-2CE4B8912D0E}" dt="2025-08-05T15:17:27.375" v="1103" actId="1076"/>
          <ac:picMkLst>
            <pc:docMk/>
            <pc:sldMk cId="24769437" sldId="296"/>
            <ac:picMk id="4" creationId="{A41E4485-6D86-4B39-C3CC-EE08416A29BC}"/>
          </ac:picMkLst>
        </pc:picChg>
        <pc:picChg chg="add mod">
          <ac:chgData name="Facundo Bosch" userId="58229a8a99125e28" providerId="LiveId" clId="{CF27E628-3BF0-4823-ACFC-2CE4B8912D0E}" dt="2025-08-05T15:17:37.332" v="1108" actId="1076"/>
          <ac:picMkLst>
            <pc:docMk/>
            <pc:sldMk cId="24769437" sldId="296"/>
            <ac:picMk id="6" creationId="{D6689369-43C6-577D-C610-010B129214E7}"/>
          </ac:picMkLst>
        </pc:picChg>
        <pc:picChg chg="add mod">
          <ac:chgData name="Facundo Bosch" userId="58229a8a99125e28" providerId="LiveId" clId="{CF27E628-3BF0-4823-ACFC-2CE4B8912D0E}" dt="2025-08-05T15:17:36.206" v="1107" actId="1076"/>
          <ac:picMkLst>
            <pc:docMk/>
            <pc:sldMk cId="24769437" sldId="296"/>
            <ac:picMk id="7" creationId="{7947C4D2-1CCC-8256-1412-3EEDA4C89A35}"/>
          </ac:picMkLst>
        </pc:picChg>
        <pc:picChg chg="del">
          <ac:chgData name="Facundo Bosch" userId="58229a8a99125e28" providerId="LiveId" clId="{CF27E628-3BF0-4823-ACFC-2CE4B8912D0E}" dt="2025-08-05T15:08:26.948" v="318" actId="478"/>
          <ac:picMkLst>
            <pc:docMk/>
            <pc:sldMk cId="24769437" sldId="296"/>
            <ac:picMk id="11" creationId="{1ED40A92-3835-49A4-595E-EA88843EF486}"/>
          </ac:picMkLst>
        </pc:picChg>
        <pc:picChg chg="del">
          <ac:chgData name="Facundo Bosch" userId="58229a8a99125e28" providerId="LiveId" clId="{CF27E628-3BF0-4823-ACFC-2CE4B8912D0E}" dt="2025-08-05T15:08:31.946" v="323" actId="478"/>
          <ac:picMkLst>
            <pc:docMk/>
            <pc:sldMk cId="24769437" sldId="296"/>
            <ac:picMk id="13" creationId="{E675A422-F436-CE00-05F7-26B78A4F8884}"/>
          </ac:picMkLst>
        </pc:picChg>
      </pc:sldChg>
      <pc:sldChg chg="addSp delSp modSp add mod">
        <pc:chgData name="Facundo Bosch" userId="58229a8a99125e28" providerId="LiveId" clId="{CF27E628-3BF0-4823-ACFC-2CE4B8912D0E}" dt="2025-08-05T15:26:33.690" v="1519" actId="207"/>
        <pc:sldMkLst>
          <pc:docMk/>
          <pc:sldMk cId="2019166762" sldId="297"/>
        </pc:sldMkLst>
        <pc:spChg chg="del">
          <ac:chgData name="Facundo Bosch" userId="58229a8a99125e28" providerId="LiveId" clId="{CF27E628-3BF0-4823-ACFC-2CE4B8912D0E}" dt="2025-08-05T15:20:21.854" v="1188" actId="478"/>
          <ac:spMkLst>
            <pc:docMk/>
            <pc:sldMk cId="2019166762" sldId="297"/>
            <ac:spMk id="3" creationId="{F4404E92-AEAC-A974-61CC-A138811A802F}"/>
          </ac:spMkLst>
        </pc:spChg>
        <pc:spChg chg="mod">
          <ac:chgData name="Facundo Bosch" userId="58229a8a99125e28" providerId="LiveId" clId="{CF27E628-3BF0-4823-ACFC-2CE4B8912D0E}" dt="2025-08-05T15:20:32.168" v="1194" actId="1076"/>
          <ac:spMkLst>
            <pc:docMk/>
            <pc:sldMk cId="2019166762" sldId="297"/>
            <ac:spMk id="9" creationId="{14B9A64C-2C18-4E00-E661-572239267517}"/>
          </ac:spMkLst>
        </pc:spChg>
        <pc:spChg chg="mod">
          <ac:chgData name="Facundo Bosch" userId="58229a8a99125e28" providerId="LiveId" clId="{CF27E628-3BF0-4823-ACFC-2CE4B8912D0E}" dt="2025-08-05T15:26:33.690" v="1519" actId="207"/>
          <ac:spMkLst>
            <pc:docMk/>
            <pc:sldMk cId="2019166762" sldId="297"/>
            <ac:spMk id="155" creationId="{0951CF2D-84C7-98CA-4457-B12AA3F58C38}"/>
          </ac:spMkLst>
        </pc:spChg>
        <pc:picChg chg="del">
          <ac:chgData name="Facundo Bosch" userId="58229a8a99125e28" providerId="LiveId" clId="{CF27E628-3BF0-4823-ACFC-2CE4B8912D0E}" dt="2025-08-05T15:14:26.811" v="1082" actId="478"/>
          <ac:picMkLst>
            <pc:docMk/>
            <pc:sldMk cId="2019166762" sldId="297"/>
            <ac:picMk id="5" creationId="{3727172D-692C-4789-E6FF-F810C9B14DE1}"/>
          </ac:picMkLst>
        </pc:picChg>
        <pc:picChg chg="add del mod">
          <ac:chgData name="Facundo Bosch" userId="58229a8a99125e28" providerId="LiveId" clId="{CF27E628-3BF0-4823-ACFC-2CE4B8912D0E}" dt="2025-08-05T15:18:31.101" v="1120" actId="478"/>
          <ac:picMkLst>
            <pc:docMk/>
            <pc:sldMk cId="2019166762" sldId="297"/>
            <ac:picMk id="6" creationId="{97BA096A-A78F-1F80-9FED-622F35D2AC83}"/>
          </ac:picMkLst>
        </pc:picChg>
        <pc:picChg chg="del">
          <ac:chgData name="Facundo Bosch" userId="58229a8a99125e28" providerId="LiveId" clId="{CF27E628-3BF0-4823-ACFC-2CE4B8912D0E}" dt="2025-08-05T15:14:44.401" v="1088" actId="478"/>
          <ac:picMkLst>
            <pc:docMk/>
            <pc:sldMk cId="2019166762" sldId="297"/>
            <ac:picMk id="8" creationId="{7616027E-A80F-A68A-7CB4-979C69B50158}"/>
          </ac:picMkLst>
        </pc:picChg>
        <pc:picChg chg="add mod">
          <ac:chgData name="Facundo Bosch" userId="58229a8a99125e28" providerId="LiveId" clId="{CF27E628-3BF0-4823-ACFC-2CE4B8912D0E}" dt="2025-08-05T15:20:28.850" v="1193" actId="14100"/>
          <ac:picMkLst>
            <pc:docMk/>
            <pc:sldMk cId="2019166762" sldId="297"/>
            <ac:picMk id="10" creationId="{1EC62F15-2B33-CC94-757E-B4DBB0E7DF15}"/>
          </ac:picMkLst>
        </pc:picChg>
      </pc:sldChg>
      <pc:sldChg chg="addSp delSp modSp add mod">
        <pc:chgData name="Facundo Bosch" userId="58229a8a99125e28" providerId="LiveId" clId="{CF27E628-3BF0-4823-ACFC-2CE4B8912D0E}" dt="2025-08-05T15:26:31.001" v="1518" actId="207"/>
        <pc:sldMkLst>
          <pc:docMk/>
          <pc:sldMk cId="1224471509" sldId="298"/>
        </pc:sldMkLst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3" creationId="{2E59284C-E8CF-4C1A-7199-45549B3D8079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4" creationId="{B0934595-E399-A21A-B401-34D42AB14297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5" creationId="{15F0229D-14E8-0709-1962-2E03DD0856A5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6" creationId="{CED2AA14-7E0D-7158-70C2-0ADF3388A113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7" creationId="{784764B2-702B-7D34-B3FF-ABFB4FC24EE8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8" creationId="{BBFFEFB8-5304-A188-8B7A-F192F3FD4844}"/>
          </ac:spMkLst>
        </pc:spChg>
        <pc:spChg chg="mod">
          <ac:chgData name="Facundo Bosch" userId="58229a8a99125e28" providerId="LiveId" clId="{CF27E628-3BF0-4823-ACFC-2CE4B8912D0E}" dt="2025-08-05T15:26:13.755" v="1515" actId="1076"/>
          <ac:spMkLst>
            <pc:docMk/>
            <pc:sldMk cId="1224471509" sldId="298"/>
            <ac:spMk id="9" creationId="{DD6A59C4-2966-C5F7-694E-58971498F913}"/>
          </ac:spMkLst>
        </pc:spChg>
        <pc:spChg chg="add">
          <ac:chgData name="Facundo Bosch" userId="58229a8a99125e28" providerId="LiveId" clId="{CF27E628-3BF0-4823-ACFC-2CE4B8912D0E}" dt="2025-08-05T15:23:04.149" v="1207"/>
          <ac:spMkLst>
            <pc:docMk/>
            <pc:sldMk cId="1224471509" sldId="298"/>
            <ac:spMk id="11" creationId="{441420F5-DFEE-166A-FF82-45A471710F6C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2" creationId="{53C80BCA-55F9-B3C5-0FFE-94A4A2AC7E01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3" creationId="{6D827371-416C-EDB3-F4E6-4C197F358EC4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4" creationId="{2BC11C35-5829-32C0-7676-96BAAD1E3D15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5" creationId="{5BCF8097-DD8B-E537-47F2-F73694656B00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7" creationId="{EE859107-15D4-1B0F-7E8E-A27D86836D22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8" creationId="{C7A15DB8-21FE-1340-DFFC-6F37A614D4B7}"/>
          </ac:spMkLst>
        </pc:spChg>
        <pc:spChg chg="add mod">
          <ac:chgData name="Facundo Bosch" userId="58229a8a99125e28" providerId="LiveId" clId="{CF27E628-3BF0-4823-ACFC-2CE4B8912D0E}" dt="2025-08-05T15:23:22.252" v="1211" actId="255"/>
          <ac:spMkLst>
            <pc:docMk/>
            <pc:sldMk cId="1224471509" sldId="298"/>
            <ac:spMk id="19" creationId="{60D8958D-C40D-A8B0-75A1-E3E19631A89C}"/>
          </ac:spMkLst>
        </pc:spChg>
        <pc:spChg chg="add">
          <ac:chgData name="Facundo Bosch" userId="58229a8a99125e28" providerId="LiveId" clId="{CF27E628-3BF0-4823-ACFC-2CE4B8912D0E}" dt="2025-08-05T15:25:15.637" v="1468"/>
          <ac:spMkLst>
            <pc:docMk/>
            <pc:sldMk cId="1224471509" sldId="298"/>
            <ac:spMk id="20" creationId="{E4C56168-DEB4-E7A1-662F-0D6EC01E9B91}"/>
          </ac:spMkLst>
        </pc:spChg>
        <pc:spChg chg="add">
          <ac:chgData name="Facundo Bosch" userId="58229a8a99125e28" providerId="LiveId" clId="{CF27E628-3BF0-4823-ACFC-2CE4B8912D0E}" dt="2025-08-05T15:25:18.404" v="1471"/>
          <ac:spMkLst>
            <pc:docMk/>
            <pc:sldMk cId="1224471509" sldId="298"/>
            <ac:spMk id="21" creationId="{451720F8-6AF7-93C5-3C8A-57FAAA11E032}"/>
          </ac:spMkLst>
        </pc:spChg>
        <pc:spChg chg="mod">
          <ac:chgData name="Facundo Bosch" userId="58229a8a99125e28" providerId="LiveId" clId="{CF27E628-3BF0-4823-ACFC-2CE4B8912D0E}" dt="2025-08-05T15:26:31.001" v="1518" actId="207"/>
          <ac:spMkLst>
            <pc:docMk/>
            <pc:sldMk cId="1224471509" sldId="298"/>
            <ac:spMk id="155" creationId="{0671213C-A60E-6F42-865E-B0E1AC3AF55D}"/>
          </ac:spMkLst>
        </pc:spChg>
        <pc:picChg chg="mod">
          <ac:chgData name="Facundo Bosch" userId="58229a8a99125e28" providerId="LiveId" clId="{CF27E628-3BF0-4823-ACFC-2CE4B8912D0E}" dt="2025-08-05T15:23:20.473" v="1210" actId="255"/>
          <ac:picMkLst>
            <pc:docMk/>
            <pc:sldMk cId="1224471509" sldId="298"/>
            <ac:picMk id="2" creationId="{9142AB98-A3A2-FB32-DCCA-4B70CDC2ED2C}"/>
          </ac:picMkLst>
        </pc:picChg>
        <pc:picChg chg="del">
          <ac:chgData name="Facundo Bosch" userId="58229a8a99125e28" providerId="LiveId" clId="{CF27E628-3BF0-4823-ACFC-2CE4B8912D0E}" dt="2025-08-05T15:20:37.414" v="1196" actId="478"/>
          <ac:picMkLst>
            <pc:docMk/>
            <pc:sldMk cId="1224471509" sldId="298"/>
            <ac:picMk id="10" creationId="{7E73E731-4F35-B721-EE22-43B0A0DE84BB}"/>
          </ac:picMkLst>
        </pc:picChg>
        <pc:picChg chg="add mod">
          <ac:chgData name="Facundo Bosch" userId="58229a8a99125e28" providerId="LiveId" clId="{CF27E628-3BF0-4823-ACFC-2CE4B8912D0E}" dt="2025-08-05T15:21:03.150" v="1199" actId="1076"/>
          <ac:picMkLst>
            <pc:docMk/>
            <pc:sldMk cId="1224471509" sldId="298"/>
            <ac:picMk id="6146" creationId="{8C9886DC-6BD1-AE57-F00D-28DC88E3170D}"/>
          </ac:picMkLst>
        </pc:picChg>
      </pc:sldChg>
      <pc:sldChg chg="addSp delSp modSp add mod">
        <pc:chgData name="Facundo Bosch" userId="58229a8a99125e28" providerId="LiveId" clId="{CF27E628-3BF0-4823-ACFC-2CE4B8912D0E}" dt="2025-08-05T15:38:01.604" v="1635" actId="113"/>
        <pc:sldMkLst>
          <pc:docMk/>
          <pc:sldMk cId="1356377977" sldId="299"/>
        </pc:sldMkLst>
        <pc:spChg chg="del">
          <ac:chgData name="Facundo Bosch" userId="58229a8a99125e28" providerId="LiveId" clId="{CF27E628-3BF0-4823-ACFC-2CE4B8912D0E}" dt="2025-08-05T15:28:52.371" v="1550" actId="478"/>
          <ac:spMkLst>
            <pc:docMk/>
            <pc:sldMk cId="1356377977" sldId="299"/>
            <ac:spMk id="3" creationId="{10302E9C-EFEF-8251-9E8D-E204CEB43F01}"/>
          </ac:spMkLst>
        </pc:spChg>
        <pc:spChg chg="mod">
          <ac:chgData name="Facundo Bosch" userId="58229a8a99125e28" providerId="LiveId" clId="{CF27E628-3BF0-4823-ACFC-2CE4B8912D0E}" dt="2025-08-05T15:38:01.604" v="1635" actId="113"/>
          <ac:spMkLst>
            <pc:docMk/>
            <pc:sldMk cId="1356377977" sldId="299"/>
            <ac:spMk id="4" creationId="{9439F9F8-5724-DF1E-E0E1-1A9E3A3923DE}"/>
          </ac:spMkLst>
        </pc:spChg>
        <pc:spChg chg="add">
          <ac:chgData name="Facundo Bosch" userId="58229a8a99125e28" providerId="LiveId" clId="{CF27E628-3BF0-4823-ACFC-2CE4B8912D0E}" dt="2025-08-05T15:34:52.993" v="1584"/>
          <ac:spMkLst>
            <pc:docMk/>
            <pc:sldMk cId="1356377977" sldId="299"/>
            <ac:spMk id="5" creationId="{3BE04CFD-9252-292E-C562-AC3E6071DF85}"/>
          </ac:spMkLst>
        </pc:spChg>
        <pc:spChg chg="del">
          <ac:chgData name="Facundo Bosch" userId="58229a8a99125e28" providerId="LiveId" clId="{CF27E628-3BF0-4823-ACFC-2CE4B8912D0E}" dt="2025-08-05T15:28:58.462" v="1552" actId="478"/>
          <ac:spMkLst>
            <pc:docMk/>
            <pc:sldMk cId="1356377977" sldId="299"/>
            <ac:spMk id="11" creationId="{AE614D79-B49A-05D0-3D7C-1F74858E0BFE}"/>
          </ac:spMkLst>
        </pc:spChg>
        <pc:spChg chg="del">
          <ac:chgData name="Facundo Bosch" userId="58229a8a99125e28" providerId="LiveId" clId="{CF27E628-3BF0-4823-ACFC-2CE4B8912D0E}" dt="2025-08-05T15:28:58.462" v="1552" actId="478"/>
          <ac:spMkLst>
            <pc:docMk/>
            <pc:sldMk cId="1356377977" sldId="299"/>
            <ac:spMk id="14" creationId="{B37206D9-4A6D-33BA-F732-56F11571765E}"/>
          </ac:spMkLst>
        </pc:spChg>
        <pc:spChg chg="del">
          <ac:chgData name="Facundo Bosch" userId="58229a8a99125e28" providerId="LiveId" clId="{CF27E628-3BF0-4823-ACFC-2CE4B8912D0E}" dt="2025-08-05T15:28:58.462" v="1552" actId="478"/>
          <ac:spMkLst>
            <pc:docMk/>
            <pc:sldMk cId="1356377977" sldId="299"/>
            <ac:spMk id="15" creationId="{7CF859BB-F6BB-B96F-7348-07D72A6F9069}"/>
          </ac:spMkLst>
        </pc:spChg>
        <pc:spChg chg="del">
          <ac:chgData name="Facundo Bosch" userId="58229a8a99125e28" providerId="LiveId" clId="{CF27E628-3BF0-4823-ACFC-2CE4B8912D0E}" dt="2025-08-05T15:28:58.462" v="1552" actId="478"/>
          <ac:spMkLst>
            <pc:docMk/>
            <pc:sldMk cId="1356377977" sldId="299"/>
            <ac:spMk id="16" creationId="{148A53EA-8B16-052E-FDD7-34A7AD626A2A}"/>
          </ac:spMkLst>
        </pc:spChg>
        <pc:spChg chg="del">
          <ac:chgData name="Facundo Bosch" userId="58229a8a99125e28" providerId="LiveId" clId="{CF27E628-3BF0-4823-ACFC-2CE4B8912D0E}" dt="2025-08-05T15:28:55.949" v="1551" actId="478"/>
          <ac:spMkLst>
            <pc:docMk/>
            <pc:sldMk cId="1356377977" sldId="299"/>
            <ac:spMk id="19" creationId="{D829EF30-8B6A-97B3-955B-1327CBC4469E}"/>
          </ac:spMkLst>
        </pc:spChg>
        <pc:spChg chg="mod">
          <ac:chgData name="Facundo Bosch" userId="58229a8a99125e28" providerId="LiveId" clId="{CF27E628-3BF0-4823-ACFC-2CE4B8912D0E}" dt="2025-08-05T15:28:49.305" v="1549" actId="1076"/>
          <ac:spMkLst>
            <pc:docMk/>
            <pc:sldMk cId="1356377977" sldId="299"/>
            <ac:spMk id="155" creationId="{1EE96240-C630-C535-826A-4A547EB608D9}"/>
          </ac:spMkLst>
        </pc:spChg>
      </pc:sldChg>
      <pc:sldChg chg="addSp delSp modSp add del mod">
        <pc:chgData name="Facundo Bosch" userId="58229a8a99125e28" providerId="LiveId" clId="{CF27E628-3BF0-4823-ACFC-2CE4B8912D0E}" dt="2025-08-05T15:34:44.082" v="1583" actId="47"/>
        <pc:sldMkLst>
          <pc:docMk/>
          <pc:sldMk cId="1499083355" sldId="300"/>
        </pc:sldMkLst>
        <pc:spChg chg="mod">
          <ac:chgData name="Facundo Bosch" userId="58229a8a99125e28" providerId="LiveId" clId="{CF27E628-3BF0-4823-ACFC-2CE4B8912D0E}" dt="2025-08-05T15:34:35.264" v="1581" actId="1076"/>
          <ac:spMkLst>
            <pc:docMk/>
            <pc:sldMk cId="1499083355" sldId="300"/>
            <ac:spMk id="9" creationId="{1696D330-9A4A-48B1-92C7-B8CE89BF28DB}"/>
          </ac:spMkLst>
        </pc:spChg>
        <pc:picChg chg="add del mod">
          <ac:chgData name="Facundo Bosch" userId="58229a8a99125e28" providerId="LiveId" clId="{CF27E628-3BF0-4823-ACFC-2CE4B8912D0E}" dt="2025-08-05T15:34:41.613" v="1582" actId="478"/>
          <ac:picMkLst>
            <pc:docMk/>
            <pc:sldMk cId="1499083355" sldId="300"/>
            <ac:picMk id="4" creationId="{B1EF9C6E-F247-CF83-E904-A5AD2A4C4C97}"/>
          </ac:picMkLst>
        </pc:picChg>
        <pc:picChg chg="del">
          <ac:chgData name="Facundo Bosch" userId="58229a8a99125e28" providerId="LiveId" clId="{CF27E628-3BF0-4823-ACFC-2CE4B8912D0E}" dt="2025-08-05T15:31:30.440" v="1557" actId="478"/>
          <ac:picMkLst>
            <pc:docMk/>
            <pc:sldMk cId="1499083355" sldId="300"/>
            <ac:picMk id="6146" creationId="{74B3B553-57E5-A5FB-75BE-EA5CB57B798F}"/>
          </ac:picMkLst>
        </pc:picChg>
      </pc:sldChg>
      <pc:sldMasterChg chg="delSldLayout">
        <pc:chgData name="Facundo Bosch" userId="58229a8a99125e28" providerId="LiveId" clId="{CF27E628-3BF0-4823-ACFC-2CE4B8912D0E}" dt="2025-08-05T15:26:25.510" v="1517" actId="47"/>
        <pc:sldMasterMkLst>
          <pc:docMk/>
          <pc:sldMasterMk cId="0" sldId="2147483659"/>
        </pc:sldMasterMkLst>
        <pc:sldLayoutChg chg="del">
          <pc:chgData name="Facundo Bosch" userId="58229a8a99125e28" providerId="LiveId" clId="{CF27E628-3BF0-4823-ACFC-2CE4B8912D0E}" dt="2025-08-05T15:26:25.510" v="1517" actId="47"/>
          <pc:sldLayoutMkLst>
            <pc:docMk/>
            <pc:sldMasterMk cId="0" sldId="2147483659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6BAC9A7-92A1-0A08-8C4F-B84683F0E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31062AA5-1601-D9F5-CCEF-70FB1B1CB2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FBCC1A2E-3C52-3305-1681-78EA1435BD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75477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C660BC00-9594-E2DA-7FAD-914C664C7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784D6C92-4856-8187-E712-205BC1F937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F1E330A7-5BAE-2B79-3460-C1CC98FA6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75496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255C3A9-D6A2-CD77-596F-E5FFABF1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18443545-B6FB-EEEC-FF3F-7CCBCF329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E156BCDA-236C-23F3-5BE0-1D8BC17A16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811910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7F012A23-6693-9D26-8184-87B785184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E9CEE8C9-D9F8-7BD6-3A09-26882F1368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9FBA00B1-F89E-5A66-348D-B1174A8119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7415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08A4650D-6E8D-719A-7203-6AFD5A01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37B7E3E8-59FF-8B25-EE7C-692B23EF8F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EBB9E039-E953-D4D7-F358-DBEFE885E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5454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1564352-36BC-50DA-FAAE-CD6F1B8E2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D347B08F-4EBE-263E-6545-036ACD093B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5BD0D3CB-4C82-C815-F4CC-48262C8399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9734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7E047054-3194-9EE0-C0E0-74AF1277D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71EE7F71-FF64-CF40-0ED4-9DD3AEC556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2C6598AE-0317-1BD4-C386-6E163F6B21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4684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C67DD32-0D36-8DA7-0692-619DE554D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997F7F8A-3F0D-182F-853B-0FDA633D8C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342CD903-543A-CD81-B5ED-C2637DA5D1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64076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359D2AC3-8182-61EA-A594-EEC7B3920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77B8BF0C-2AE1-FC3C-67C6-E7EB49BC5E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D6756691-D56D-0A0A-E935-061CF421D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453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3AC34D06-EA75-098A-72B1-6F38A710A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E95EE3CD-D5C2-3641-B047-DB20235CD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FD0F73E0-EAB7-38E6-B975-3213D535E3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3619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38C3CA1-8FE3-B6F3-E6F8-9B6E9F4C6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b6537f9ec8_0_217:notes">
            <a:extLst>
              <a:ext uri="{FF2B5EF4-FFF2-40B4-BE49-F238E27FC236}">
                <a16:creationId xmlns:a16="http://schemas.microsoft.com/office/drawing/2014/main" id="{036615CB-1977-9174-26AF-801A1B61F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b6537f9ec8_0_217:notes">
            <a:extLst>
              <a:ext uri="{FF2B5EF4-FFF2-40B4-BE49-F238E27FC236}">
                <a16:creationId xmlns:a16="http://schemas.microsoft.com/office/drawing/2014/main" id="{CF796CF1-EF9E-B977-1070-47D1A6A22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7218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abdf5e95cb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abdf5e95cb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3"/>
        </a:solidFill>
        <a:effectLst/>
      </p:bgPr>
    </p:bg>
    <p:spTree>
      <p:nvGrpSpPr>
        <p:cNvPr id="1" name="Shape 153">
          <a:extLst>
            <a:ext uri="{FF2B5EF4-FFF2-40B4-BE49-F238E27FC236}">
              <a16:creationId xmlns:a16="http://schemas.microsoft.com/office/drawing/2014/main" id="{BDA603A5-0010-4702-48CF-FC7F13C4A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>
            <a:extLst>
              <a:ext uri="{FF2B5EF4-FFF2-40B4-BE49-F238E27FC236}">
                <a16:creationId xmlns:a16="http://schemas.microsoft.com/office/drawing/2014/main" id="{55014494-A6D2-E0E5-7FEE-59533F0E8588}"/>
              </a:ext>
            </a:extLst>
          </p:cNvPr>
          <p:cNvSpPr txBox="1"/>
          <p:nvPr/>
        </p:nvSpPr>
        <p:spPr>
          <a:xfrm>
            <a:off x="216375" y="250050"/>
            <a:ext cx="8105100" cy="690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3200" dirty="0">
                <a:solidFill>
                  <a:srgbClr val="FFFBF8"/>
                </a:solidFill>
                <a:latin typeface="Montserrat"/>
                <a:sym typeface="Montserrat"/>
              </a:rPr>
              <a:t>DSII – Etapas Basicas</a:t>
            </a:r>
            <a:endParaRPr sz="3200" dirty="0">
              <a:solidFill>
                <a:srgbClr val="FFFBF8"/>
              </a:solidFill>
            </a:endParaRPr>
          </a:p>
        </p:txBody>
      </p:sp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DC71517C-180D-B3F1-ABEC-67B3F4B6BB7B}"/>
              </a:ext>
            </a:extLst>
          </p:cNvPr>
          <p:cNvSpPr txBox="1"/>
          <p:nvPr/>
        </p:nvSpPr>
        <p:spPr>
          <a:xfrm>
            <a:off x="7247556" y="4444505"/>
            <a:ext cx="8286900" cy="22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1600" dirty="0">
                <a:solidFill>
                  <a:schemeClr val="tx2">
                    <a:lumMod val="90000"/>
                  </a:schemeClr>
                </a:solidFill>
                <a:latin typeface="Montserrat SemiBold"/>
                <a:sym typeface="Montserrat SemiBold"/>
              </a:rPr>
              <a:t>Facundo Bosch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de" sz="1200" dirty="0">
                <a:solidFill>
                  <a:schemeClr val="tx2">
                    <a:lumMod val="90000"/>
                  </a:schemeClr>
                </a:solidFill>
                <a:latin typeface="Montserrat SemiBold"/>
                <a:sym typeface="Montserrat SemiBold"/>
              </a:rPr>
              <a:t>1er Entrega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de" sz="3200" dirty="0">
              <a:solidFill>
                <a:schemeClr val="accent3"/>
              </a:solidFill>
              <a:latin typeface="Montserrat SemiBold"/>
              <a:sym typeface="Montserrat SemiBold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5F2DE1AD-AE9C-80BD-477F-7AB6B6A06D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8600" y="112160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55;p24">
            <a:extLst>
              <a:ext uri="{FF2B5EF4-FFF2-40B4-BE49-F238E27FC236}">
                <a16:creationId xmlns:a16="http://schemas.microsoft.com/office/drawing/2014/main" id="{08C063DC-9E7F-6E12-35C7-3B0772C8749C}"/>
              </a:ext>
            </a:extLst>
          </p:cNvPr>
          <p:cNvSpPr txBox="1"/>
          <p:nvPr/>
        </p:nvSpPr>
        <p:spPr>
          <a:xfrm>
            <a:off x="567096" y="2270667"/>
            <a:ext cx="8286900" cy="22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2800" i="1" dirty="0">
                <a:solidFill>
                  <a:schemeClr val="accent3"/>
                </a:solidFill>
                <a:latin typeface="Montserrat SemiBold"/>
                <a:sym typeface="Montserrat SemiBold"/>
              </a:rPr>
              <a:t>ANÁLISIS DE CANCELACION DE RESERVAS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de" sz="3200" i="1" dirty="0">
              <a:solidFill>
                <a:schemeClr val="accent3"/>
              </a:solidFill>
              <a:latin typeface="Montserrat SemiBold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649137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F307A212-259D-C9CE-48DA-2EF8D371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8748D4EE-1991-32ED-4C4C-EE3BD76FDF28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2600" dirty="0">
                <a:solidFill>
                  <a:schemeClr val="accent3"/>
                </a:solidFill>
                <a:latin typeface="Montserrat SemiBold"/>
                <a:sym typeface="Montserrat SemiBold"/>
              </a:rPr>
              <a:t>PRESENTACIÓN DEL PROYECTO</a:t>
            </a:r>
            <a:endParaRPr sz="2600" dirty="0">
              <a:solidFill>
                <a:schemeClr val="accent3"/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E9B2E763-CA20-D692-1366-05322BB65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77;p16">
            <a:extLst>
              <a:ext uri="{FF2B5EF4-FFF2-40B4-BE49-F238E27FC236}">
                <a16:creationId xmlns:a16="http://schemas.microsoft.com/office/drawing/2014/main" id="{BC82C12C-94AB-7482-D48F-1FD41086D5D5}"/>
              </a:ext>
            </a:extLst>
          </p:cNvPr>
          <p:cNvSpPr txBox="1"/>
          <p:nvPr/>
        </p:nvSpPr>
        <p:spPr>
          <a:xfrm>
            <a:off x="-67643" y="758786"/>
            <a:ext cx="2693080" cy="447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/>
          <a:p>
            <a:pPr marL="457200" lvl="0">
              <a:lnSpc>
                <a:spcPct val="115000"/>
              </a:lnSpc>
            </a:pPr>
            <a:r>
              <a:rPr lang="es-ES" sz="1600" dirty="0"/>
              <a:t>🧭 </a:t>
            </a:r>
            <a:r>
              <a:rPr lang="de" sz="1600" b="1" dirty="0">
                <a:solidFill>
                  <a:schemeClr val="dk1"/>
                </a:solidFill>
                <a:latin typeface="Montserrat"/>
                <a:sym typeface="Montserrat SemiBold"/>
              </a:rPr>
              <a:t>MOTIVACIÓN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A55D3E-3AF4-11B2-EDFE-B86782A2D388}"/>
              </a:ext>
            </a:extLst>
          </p:cNvPr>
          <p:cNvSpPr txBox="1"/>
          <p:nvPr/>
        </p:nvSpPr>
        <p:spPr>
          <a:xfrm>
            <a:off x="907472" y="1205845"/>
            <a:ext cx="732905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En el sector hotelero, uno de los principales desafíos operativos es la gestión de cancelaciones.</a:t>
            </a:r>
          </a:p>
          <a:p>
            <a:r>
              <a:rPr lang="es-ES" sz="1000" dirty="0">
                <a:latin typeface="Montserrat" panose="00000500000000000000" pitchFamily="2" charset="0"/>
              </a:rPr>
              <a:t>Las cancelaciones imprevistas afectan la </a:t>
            </a:r>
            <a:r>
              <a:rPr lang="es-ES" sz="1000" b="1" dirty="0">
                <a:latin typeface="Montserrat" panose="00000500000000000000" pitchFamily="2" charset="0"/>
              </a:rPr>
              <a:t>rentabilidad</a:t>
            </a:r>
            <a:r>
              <a:rPr lang="es-ES" sz="1000" dirty="0">
                <a:latin typeface="Montserrat" panose="00000500000000000000" pitchFamily="2" charset="0"/>
              </a:rPr>
              <a:t>, complican la </a:t>
            </a:r>
            <a:r>
              <a:rPr lang="es-ES" sz="1000" b="1" dirty="0">
                <a:latin typeface="Montserrat" panose="00000500000000000000" pitchFamily="2" charset="0"/>
              </a:rPr>
              <a:t>planificación de ocupación</a:t>
            </a:r>
            <a:r>
              <a:rPr lang="es-ES" sz="1000" dirty="0">
                <a:latin typeface="Montserrat" panose="00000500000000000000" pitchFamily="2" charset="0"/>
              </a:rPr>
              <a:t> y generan </a:t>
            </a:r>
            <a:r>
              <a:rPr lang="es-ES" sz="1000" b="1" dirty="0">
                <a:latin typeface="Montserrat" panose="00000500000000000000" pitchFamily="2" charset="0"/>
              </a:rPr>
              <a:t>costos de oportunidad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</a:p>
          <a:p>
            <a:r>
              <a:rPr lang="es-ES" sz="1000" dirty="0">
                <a:latin typeface="Montserrat" panose="00000500000000000000" pitchFamily="2" charset="0"/>
              </a:rPr>
              <a:t>Este análisis busca identificar </a:t>
            </a:r>
            <a:r>
              <a:rPr lang="es-ES" sz="1000" b="1" dirty="0">
                <a:latin typeface="Montserrat" panose="00000500000000000000" pitchFamily="2" charset="0"/>
              </a:rPr>
              <a:t>factores que explican la cancelación de reservas</a:t>
            </a:r>
            <a:r>
              <a:rPr lang="es-ES" sz="1000" dirty="0">
                <a:latin typeface="Montserrat" panose="00000500000000000000" pitchFamily="2" charset="0"/>
              </a:rPr>
              <a:t>, utilizando un </a:t>
            </a:r>
            <a:r>
              <a:rPr lang="es-ES" sz="1000" dirty="0" err="1">
                <a:latin typeface="Montserrat" panose="00000500000000000000" pitchFamily="2" charset="0"/>
              </a:rPr>
              <a:t>dataset</a:t>
            </a:r>
            <a:r>
              <a:rPr lang="es-ES" sz="1000" dirty="0">
                <a:latin typeface="Montserrat" panose="00000500000000000000" pitchFamily="2" charset="0"/>
              </a:rPr>
              <a:t> de +36.000 registros reales.</a:t>
            </a:r>
            <a:br>
              <a:rPr lang="es-ES" sz="1000" dirty="0">
                <a:latin typeface="Montserrat" panose="00000500000000000000" pitchFamily="2" charset="0"/>
              </a:rPr>
            </a:br>
            <a:r>
              <a:rPr lang="es-ES" sz="1000" dirty="0">
                <a:latin typeface="Montserrat" panose="00000500000000000000" pitchFamily="2" charset="0"/>
              </a:rPr>
              <a:t>Se aplican técnicas de </a:t>
            </a:r>
            <a:r>
              <a:rPr lang="es-ES" sz="1000" b="1" dirty="0">
                <a:latin typeface="Montserrat" panose="00000500000000000000" pitchFamily="2" charset="0"/>
              </a:rPr>
              <a:t>EDA</a:t>
            </a:r>
            <a:r>
              <a:rPr lang="es-ES" sz="1000" dirty="0">
                <a:latin typeface="Montserrat" panose="00000500000000000000" pitchFamily="2" charset="0"/>
              </a:rPr>
              <a:t>, </a:t>
            </a:r>
            <a:r>
              <a:rPr lang="es-ES" sz="1000" b="1" dirty="0">
                <a:latin typeface="Montserrat" panose="00000500000000000000" pitchFamily="2" charset="0"/>
              </a:rPr>
              <a:t>visualizaciones</a:t>
            </a:r>
            <a:r>
              <a:rPr lang="es-ES" sz="1000" dirty="0">
                <a:latin typeface="Montserrat" panose="00000500000000000000" pitchFamily="2" charset="0"/>
              </a:rPr>
              <a:t> y análisis de variables.</a:t>
            </a:r>
          </a:p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6381473-6B34-DEEC-2B0B-1CD378F15E22}"/>
              </a:ext>
            </a:extLst>
          </p:cNvPr>
          <p:cNvSpPr txBox="1"/>
          <p:nvPr/>
        </p:nvSpPr>
        <p:spPr>
          <a:xfrm>
            <a:off x="384464" y="2436951"/>
            <a:ext cx="4592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/>
              <a:t>🎯 </a:t>
            </a:r>
            <a:r>
              <a:rPr lang="es-ES" sz="1600" b="1" dirty="0">
                <a:solidFill>
                  <a:schemeClr val="dk1"/>
                </a:solidFill>
                <a:latin typeface="Montserrat"/>
              </a:rPr>
              <a:t>RELEVACION ACTUAL</a:t>
            </a:r>
            <a:endParaRPr lang="es-ES" b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B78EBA7-7F47-07B1-1667-D7E81571F348}"/>
              </a:ext>
            </a:extLst>
          </p:cNvPr>
          <p:cNvSpPr txBox="1"/>
          <p:nvPr/>
        </p:nvSpPr>
        <p:spPr>
          <a:xfrm>
            <a:off x="907472" y="2800883"/>
            <a:ext cx="732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Con el auge de reservas online y cancelaciones sin penalización, es clave anticiparse para ajustar </a:t>
            </a:r>
            <a:r>
              <a:rPr lang="es-ES" sz="1000" b="1" dirty="0">
                <a:latin typeface="Montserrat" panose="00000500000000000000" pitchFamily="2" charset="0"/>
              </a:rPr>
              <a:t>estrategias comerciales y previsión de ingresos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  <a:endParaRPr lang="es-ES" dirty="0">
              <a:latin typeface="Montserrat" panose="00000500000000000000" pitchFamily="2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4524947-91DB-405E-CCDB-5579F191374A}"/>
              </a:ext>
            </a:extLst>
          </p:cNvPr>
          <p:cNvSpPr txBox="1"/>
          <p:nvPr/>
        </p:nvSpPr>
        <p:spPr>
          <a:xfrm>
            <a:off x="384464" y="3464144"/>
            <a:ext cx="4592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b="1" dirty="0">
                <a:latin typeface="Montserrat" panose="00000500000000000000" pitchFamily="2" charset="0"/>
              </a:rPr>
              <a:t>👥 AUDIENCIA OBJETIVO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6BBF5C5-D4A0-F478-50A0-9E4872E9B10F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2FAEA150-31BB-7FDF-C860-5B515FD25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7471" y="3850814"/>
            <a:ext cx="2486578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Gerentes de alojamientos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Revenue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 managers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Analistas de datos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Decisores estratégicos del sector</a:t>
            </a:r>
          </a:p>
        </p:txBody>
      </p:sp>
    </p:spTree>
    <p:extLst>
      <p:ext uri="{BB962C8B-B14F-4D97-AF65-F5344CB8AC3E}">
        <p14:creationId xmlns:p14="http://schemas.microsoft.com/office/powerpoint/2010/main" val="1007922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17078146-1AA5-8596-604C-C12FB668C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A65F30CD-DE0D-099A-C4BB-FECB37482928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PRESENTACIÓN DEL PROYECTO</a:t>
            </a:r>
            <a:endParaRPr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98F4B3E1-1982-2AD8-4500-AF3716D973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77;p16">
            <a:extLst>
              <a:ext uri="{FF2B5EF4-FFF2-40B4-BE49-F238E27FC236}">
                <a16:creationId xmlns:a16="http://schemas.microsoft.com/office/drawing/2014/main" id="{AB6FEA9E-6116-C445-6FD4-9BB48A76065E}"/>
              </a:ext>
            </a:extLst>
          </p:cNvPr>
          <p:cNvSpPr txBox="1"/>
          <p:nvPr/>
        </p:nvSpPr>
        <p:spPr>
          <a:xfrm>
            <a:off x="-67643" y="758786"/>
            <a:ext cx="5339298" cy="447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/>
          <a:p>
            <a:pPr marL="457200">
              <a:lnSpc>
                <a:spcPct val="115000"/>
              </a:lnSpc>
            </a:pPr>
            <a:r>
              <a:rPr lang="es-ES" sz="1600" b="1" dirty="0">
                <a:latin typeface="Montserrat" panose="00000500000000000000" pitchFamily="2" charset="0"/>
              </a:rPr>
              <a:t>🏨 CONTEXTO COMERCIAL</a:t>
            </a:r>
          </a:p>
          <a:p>
            <a:pPr marL="457200" lvl="0">
              <a:lnSpc>
                <a:spcPct val="115000"/>
              </a:lnSpc>
            </a:pPr>
            <a:endParaRPr lang="de" sz="1600" b="1" dirty="0">
              <a:solidFill>
                <a:schemeClr val="dk1"/>
              </a:solidFill>
              <a:latin typeface="Montserrat"/>
              <a:sym typeface="Montserrat SemiBold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1937CD0-34C9-E70A-9E5E-C782C9D83379}"/>
              </a:ext>
            </a:extLst>
          </p:cNvPr>
          <p:cNvSpPr txBox="1"/>
          <p:nvPr/>
        </p:nvSpPr>
        <p:spPr>
          <a:xfrm>
            <a:off x="907472" y="1205845"/>
            <a:ext cx="732905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El sector hotelero enfrenta pérdidas por cancelaciones inesperadas.</a:t>
            </a:r>
          </a:p>
          <a:p>
            <a:r>
              <a:rPr lang="es-ES" sz="1000" dirty="0">
                <a:latin typeface="Montserrat" panose="00000500000000000000" pitchFamily="2" charset="0"/>
              </a:rPr>
              <a:t>Las reservas no confirmadas o canceladas a último momento complican: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pPr lvl="1"/>
            <a:r>
              <a:rPr lang="es-ES" sz="1000" dirty="0">
                <a:latin typeface="Montserrat" panose="00000500000000000000" pitchFamily="2" charset="0"/>
              </a:rPr>
              <a:t>📊 la previsión de ingresos</a:t>
            </a:r>
          </a:p>
          <a:p>
            <a:pPr lvl="1"/>
            <a:r>
              <a:rPr lang="es-ES" sz="1000" dirty="0">
                <a:latin typeface="Montserrat" panose="00000500000000000000" pitchFamily="2" charset="0"/>
              </a:rPr>
              <a:t>🛎️ la asignación de habitaciones</a:t>
            </a:r>
          </a:p>
          <a:p>
            <a:pPr lvl="1"/>
            <a:r>
              <a:rPr lang="es-ES" sz="1000" dirty="0">
                <a:latin typeface="Montserrat" panose="00000500000000000000" pitchFamily="2" charset="0"/>
              </a:rPr>
              <a:t>🧑‍🤝‍🧑 la coordinación operativa y de personal</a:t>
            </a:r>
          </a:p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61D7A4-9CD6-1DB0-4A11-264A1629D1E2}"/>
              </a:ext>
            </a:extLst>
          </p:cNvPr>
          <p:cNvSpPr txBox="1"/>
          <p:nvPr/>
        </p:nvSpPr>
        <p:spPr>
          <a:xfrm>
            <a:off x="384464" y="2436951"/>
            <a:ext cx="459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latin typeface="Montserrat" panose="00000500000000000000" pitchFamily="2" charset="0"/>
              </a:rPr>
              <a:t>🧪 CONTEXTO ANALÍTICO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AB6B8B1-AFE3-76F5-DCE3-2086662F44F7}"/>
              </a:ext>
            </a:extLst>
          </p:cNvPr>
          <p:cNvSpPr txBox="1"/>
          <p:nvPr/>
        </p:nvSpPr>
        <p:spPr>
          <a:xfrm>
            <a:off x="907472" y="2800883"/>
            <a:ext cx="732905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Con el auge de reservas online y cancelaciones sin penalización, es clave anticiparse para ajustar </a:t>
            </a:r>
            <a:r>
              <a:rPr lang="es-ES" sz="1000" b="1" dirty="0">
                <a:latin typeface="Montserrat" panose="00000500000000000000" pitchFamily="2" charset="0"/>
              </a:rPr>
              <a:t>estrategias comerciales y previsión de ingresos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endParaRPr lang="es-ES" dirty="0">
              <a:latin typeface="Montserrat" panose="00000500000000000000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2085B9F-6B52-0674-59DC-B182DE771588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E1B6A037-C1FA-8059-AA00-062203A70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572" y="3232277"/>
            <a:ext cx="4379725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📦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Dataset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 con </a:t>
            </a: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36.285 reservas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 Variables Claves: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⏱️ Lead</a:t>
            </a:r>
            <a:r>
              <a:rPr lang="es-ES" alt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 Time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📶 Segmento Mercado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🛏️ Tipo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Habitacion</a:t>
            </a:r>
            <a:endParaRPr kumimoji="0" lang="es-ES" altLang="es-E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🔁 Repetición del cliente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💰 Precio Promedio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📦 Pedidos Especiales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	📍 Estado de la reserva (Cancelada / No Cancelada)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517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055C7639-8172-E7D7-12A1-F6AD37539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58A6B85D-88FB-5111-F344-949EA353BA89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PRESENTACIÓN DEL PROYECTO</a:t>
            </a:r>
            <a:endParaRPr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8E921B4-9143-F28F-35B7-603A7E12C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77;p16">
            <a:extLst>
              <a:ext uri="{FF2B5EF4-FFF2-40B4-BE49-F238E27FC236}">
                <a16:creationId xmlns:a16="http://schemas.microsoft.com/office/drawing/2014/main" id="{25315DA5-4D20-FEA7-9DAD-089EF26B2BCF}"/>
              </a:ext>
            </a:extLst>
          </p:cNvPr>
          <p:cNvSpPr txBox="1"/>
          <p:nvPr/>
        </p:nvSpPr>
        <p:spPr>
          <a:xfrm>
            <a:off x="0" y="1106555"/>
            <a:ext cx="5339298" cy="447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/>
          <a:p>
            <a:pPr marL="457200">
              <a:lnSpc>
                <a:spcPct val="115000"/>
              </a:lnSpc>
            </a:pPr>
            <a:r>
              <a:rPr lang="es-ES" sz="1600" dirty="0"/>
              <a:t>❓ </a:t>
            </a:r>
            <a:r>
              <a:rPr lang="es-ES" sz="1600" b="1" dirty="0">
                <a:latin typeface="Montserrat" panose="00000500000000000000" pitchFamily="2" charset="0"/>
              </a:rPr>
              <a:t> PREGUNTAS/HIPÓTESIS</a:t>
            </a:r>
          </a:p>
          <a:p>
            <a:pPr marL="457200" lvl="0">
              <a:lnSpc>
                <a:spcPct val="115000"/>
              </a:lnSpc>
            </a:pPr>
            <a:endParaRPr lang="de" sz="1600" b="1" dirty="0">
              <a:solidFill>
                <a:schemeClr val="dk1"/>
              </a:solidFill>
              <a:latin typeface="Montserrat"/>
              <a:sym typeface="Montserrat SemiBold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CD573F-4568-10BC-0A53-8A2A1345EAFE}"/>
              </a:ext>
            </a:extLst>
          </p:cNvPr>
          <p:cNvSpPr txBox="1"/>
          <p:nvPr/>
        </p:nvSpPr>
        <p:spPr>
          <a:xfrm>
            <a:off x="453737" y="3106658"/>
            <a:ext cx="459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🎯</a:t>
            </a:r>
            <a:r>
              <a:rPr lang="es-ES" b="1" dirty="0">
                <a:latin typeface="Montserrat" panose="00000500000000000000" pitchFamily="2" charset="0"/>
              </a:rPr>
              <a:t> OBJETIVO FINAL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ACE6016-022E-1A31-E57E-034EFA57ABF2}"/>
              </a:ext>
            </a:extLst>
          </p:cNvPr>
          <p:cNvSpPr txBox="1"/>
          <p:nvPr/>
        </p:nvSpPr>
        <p:spPr>
          <a:xfrm>
            <a:off x="955963" y="3472828"/>
            <a:ext cx="732905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latin typeface="Montserrat" panose="00000500000000000000" pitchFamily="2" charset="0"/>
              </a:rPr>
              <a:t>Identificar patrones y perfiles de riesgo</a:t>
            </a:r>
            <a:r>
              <a:rPr lang="es-ES" sz="1000" dirty="0">
                <a:latin typeface="Montserrat" panose="00000500000000000000" pitchFamily="2" charset="0"/>
              </a:rPr>
              <a:t> para anticipar cancelaciones y mejorar la rentabilidad del negocio hotelero. </a:t>
            </a:r>
          </a:p>
          <a:p>
            <a:r>
              <a:rPr lang="es-ES" sz="1000" dirty="0">
                <a:latin typeface="Montserrat" panose="00000500000000000000" pitchFamily="2" charset="0"/>
              </a:rPr>
              <a:t>Eventualmente, desarrollar un </a:t>
            </a:r>
            <a:r>
              <a:rPr lang="es-ES" sz="1000" b="1" dirty="0">
                <a:latin typeface="Montserrat" panose="00000500000000000000" pitchFamily="2" charset="0"/>
              </a:rPr>
              <a:t>modelo de predicción </a:t>
            </a:r>
            <a:r>
              <a:rPr lang="es-ES" sz="1000" dirty="0">
                <a:latin typeface="Montserrat" panose="00000500000000000000" pitchFamily="2" charset="0"/>
              </a:rPr>
              <a:t>que permita a los hoteles clasificar nuevas reservas según su probabilidad de ser canceladas.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endParaRPr lang="es-ES" dirty="0">
              <a:latin typeface="Montserrat" panose="00000500000000000000" pitchFamily="2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72895BC-C5C9-372C-91B7-808C6411352C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6FF83A4-D84F-D7E2-BA5C-338CAB761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2879" y="1508447"/>
            <a:ext cx="7487947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⏱️ ¿Una mayor anticipación (lead time) implica más cancelaciones?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🌐 ¿Ciertos canales de reserva tienen más tasa de cancelación?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🔁 ¿Los clientes repetitivos cancelan menos que los nuevos?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💰 ¿Las reservas con precios más bajos tienen más probabilidad de cancelarse?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✉️ ¿La existencia de pedidos especiales influye en la cancelación?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ontserrat" panose="00000500000000000000" pitchFamily="2" charset="0"/>
              </a:rPr>
              <a:t>🛏️ ¿Qué combinaciones de variables (tipo de habitación, canal, comida, etc.) tienen mayor riesgo de cancelación?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🎨¿Existe algún patrón marcado de cancelación?</a:t>
            </a:r>
            <a:endParaRPr lang="es-ES" alt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488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813FED0F-E008-5693-BC4B-2620E21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411A87ED-AA8C-30CB-CFDC-AD8A5E60CE84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accent3"/>
                </a:solidFill>
                <a:latin typeface="Montserrat SemiBold"/>
                <a:sym typeface="Montserrat SemiBold"/>
              </a:rPr>
              <a:t>ANÁLISIS DE VARIABLES</a:t>
            </a:r>
            <a:endParaRPr lang="es-ES" sz="2600" dirty="0">
              <a:solidFill>
                <a:schemeClr val="accent3"/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A238C6FD-FFBF-65BB-A458-EE6312C27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A5999E25-0872-3186-3CCC-2F42E324B1CE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8C7C2AB-3527-7438-0370-59C228C6DB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599687"/>
              </p:ext>
            </p:extLst>
          </p:nvPr>
        </p:nvGraphicFramePr>
        <p:xfrm>
          <a:off x="284251" y="959624"/>
          <a:ext cx="3705857" cy="3972591"/>
        </p:xfrm>
        <a:graphic>
          <a:graphicData uri="http://schemas.openxmlformats.org/drawingml/2006/table">
            <a:tbl>
              <a:tblPr/>
              <a:tblGrid>
                <a:gridCol w="1411578">
                  <a:extLst>
                    <a:ext uri="{9D8B030D-6E8A-4147-A177-3AD203B41FA5}">
                      <a16:colId xmlns:a16="http://schemas.microsoft.com/office/drawing/2014/main" val="3665579956"/>
                    </a:ext>
                  </a:extLst>
                </a:gridCol>
                <a:gridCol w="2294279">
                  <a:extLst>
                    <a:ext uri="{9D8B030D-6E8A-4147-A177-3AD203B41FA5}">
                      <a16:colId xmlns:a16="http://schemas.microsoft.com/office/drawing/2014/main" val="1435858384"/>
                    </a:ext>
                  </a:extLst>
                </a:gridCol>
              </a:tblGrid>
              <a:tr h="3695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Tipo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Variables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887190"/>
                  </a:ext>
                </a:extLst>
              </a:tr>
              <a:tr h="8314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🧑‍🤝‍🧑 </a:t>
                      </a: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Cliente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latin typeface="Montserrat" panose="00000500000000000000" pitchFamily="2" charset="0"/>
                        </a:rPr>
                        <a:t>number of adults, number of children, repeated, P-C (previous cancelations), P-not-C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3315628"/>
                  </a:ext>
                </a:extLst>
              </a:tr>
              <a:tr h="6005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>
                          <a:latin typeface="Montserrat" panose="00000500000000000000" pitchFamily="2" charset="0"/>
                        </a:rPr>
                        <a:t>📅 </a:t>
                      </a:r>
                      <a:r>
                        <a:rPr lang="es-ES" sz="1000" b="1">
                          <a:latin typeface="Montserrat" panose="00000500000000000000" pitchFamily="2" charset="0"/>
                        </a:rPr>
                        <a:t>Reserva</a:t>
                      </a:r>
                      <a:endParaRPr lang="es-ES" sz="10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latin typeface="Montserrat" panose="00000500000000000000" pitchFamily="2" charset="0"/>
                        </a:rPr>
                        <a:t>lead time, date of reservation, booking status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693156"/>
                  </a:ext>
                </a:extLst>
              </a:tr>
              <a:tr h="106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>
                          <a:latin typeface="Montserrat" panose="00000500000000000000" pitchFamily="2" charset="0"/>
                        </a:rPr>
                        <a:t>🏨 </a:t>
                      </a:r>
                      <a:r>
                        <a:rPr lang="es-ES" sz="1000" b="1">
                          <a:latin typeface="Montserrat" panose="00000500000000000000" pitchFamily="2" charset="0"/>
                        </a:rPr>
                        <a:t>Estancia</a:t>
                      </a:r>
                      <a:endParaRPr lang="es-ES" sz="10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latin typeface="Montserrat" panose="00000500000000000000" pitchFamily="2" charset="0"/>
                        </a:rPr>
                        <a:t>number of weekend nights, number of week nights, room type, type of meal, car parking space, special requests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964978"/>
                  </a:ext>
                </a:extLst>
              </a:tr>
              <a:tr h="3695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>
                          <a:latin typeface="Montserrat" panose="00000500000000000000" pitchFamily="2" charset="0"/>
                        </a:rPr>
                        <a:t>🌐 </a:t>
                      </a:r>
                      <a:r>
                        <a:rPr lang="es-ES" sz="1000" b="1">
                          <a:latin typeface="Montserrat" panose="00000500000000000000" pitchFamily="2" charset="0"/>
                        </a:rPr>
                        <a:t>Canal</a:t>
                      </a:r>
                      <a:endParaRPr lang="es-ES" sz="10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market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segment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type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966914"/>
                  </a:ext>
                </a:extLst>
              </a:tr>
              <a:tr h="3695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>
                          <a:latin typeface="Montserrat" panose="00000500000000000000" pitchFamily="2" charset="0"/>
                        </a:rPr>
                        <a:t>💰 </a:t>
                      </a:r>
                      <a:r>
                        <a:rPr lang="es-ES" sz="1000" b="1">
                          <a:latin typeface="Montserrat" panose="00000500000000000000" pitchFamily="2" charset="0"/>
                        </a:rPr>
                        <a:t>Precio</a:t>
                      </a:r>
                      <a:endParaRPr lang="es-ES" sz="10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average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price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152204"/>
                  </a:ext>
                </a:extLst>
              </a:tr>
              <a:tr h="3695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>
                          <a:latin typeface="Montserrat" panose="00000500000000000000" pitchFamily="2" charset="0"/>
                        </a:rPr>
                        <a:t>🆔 </a:t>
                      </a:r>
                      <a:r>
                        <a:rPr lang="es-ES" sz="1000" b="1">
                          <a:latin typeface="Montserrat" panose="00000500000000000000" pitchFamily="2" charset="0"/>
                        </a:rPr>
                        <a:t>Identificador</a:t>
                      </a:r>
                      <a:endParaRPr lang="es-ES" sz="100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booking_id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208412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EB35355-2459-B07C-2381-82CC203150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476606"/>
              </p:ext>
            </p:extLst>
          </p:nvPr>
        </p:nvGraphicFramePr>
        <p:xfrm>
          <a:off x="4495800" y="959624"/>
          <a:ext cx="4337050" cy="3972592"/>
        </p:xfrm>
        <a:graphic>
          <a:graphicData uri="http://schemas.openxmlformats.org/drawingml/2006/table">
            <a:tbl>
              <a:tblPr/>
              <a:tblGrid>
                <a:gridCol w="2175164">
                  <a:extLst>
                    <a:ext uri="{9D8B030D-6E8A-4147-A177-3AD203B41FA5}">
                      <a16:colId xmlns:a16="http://schemas.microsoft.com/office/drawing/2014/main" val="3749680466"/>
                    </a:ext>
                  </a:extLst>
                </a:gridCol>
                <a:gridCol w="2161886">
                  <a:extLst>
                    <a:ext uri="{9D8B030D-6E8A-4147-A177-3AD203B41FA5}">
                      <a16:colId xmlns:a16="http://schemas.microsoft.com/office/drawing/2014/main" val="2637634259"/>
                    </a:ext>
                  </a:extLst>
                </a:gridCol>
              </a:tblGrid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Tipo de Variable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Variables incluidas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522472"/>
                  </a:ext>
                </a:extLst>
              </a:tr>
              <a:tr h="100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Numéricas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latin typeface="Montserrat" panose="00000500000000000000" pitchFamily="2" charset="0"/>
                        </a:rPr>
                        <a:t>number of adults, number of children, number of weekend nights, number of week nights, lead time, P-C, P-not-C, average price, special requests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279004"/>
                  </a:ext>
                </a:extLst>
              </a:tr>
              <a:tr h="4660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Categóricas nominales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latin typeface="Montserrat" panose="00000500000000000000" pitchFamily="2" charset="0"/>
                        </a:rPr>
                        <a:t>type of meal, market segment type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301226"/>
                  </a:ext>
                </a:extLst>
              </a:tr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Categórica binaria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booking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status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99825"/>
                  </a:ext>
                </a:extLst>
              </a:tr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Binarias (0/1)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car parking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space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,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repeated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3299992"/>
                  </a:ext>
                </a:extLst>
              </a:tr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Categórica ordinal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room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type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400773"/>
                  </a:ext>
                </a:extLst>
              </a:tr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Identificadores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booking_id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382065"/>
                  </a:ext>
                </a:extLst>
              </a:tr>
              <a:tr h="4171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b="1" dirty="0">
                          <a:latin typeface="Montserrat" panose="00000500000000000000" pitchFamily="2" charset="0"/>
                        </a:rPr>
                        <a:t>Temporales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000" dirty="0">
                          <a:latin typeface="Montserrat" panose="00000500000000000000" pitchFamily="2" charset="0"/>
                        </a:rPr>
                        <a:t>date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of</a:t>
                      </a:r>
                      <a:r>
                        <a:rPr lang="es-ES" sz="1000" dirty="0">
                          <a:latin typeface="Montserrat" panose="00000500000000000000" pitchFamily="2" charset="0"/>
                        </a:rPr>
                        <a:t> </a:t>
                      </a:r>
                      <a:r>
                        <a:rPr lang="es-ES" sz="1000" dirty="0" err="1">
                          <a:latin typeface="Montserrat" panose="00000500000000000000" pitchFamily="2" charset="0"/>
                        </a:rPr>
                        <a:t>reservation</a:t>
                      </a:r>
                      <a:endParaRPr lang="es-ES" sz="1000" dirty="0">
                        <a:latin typeface="Montserrat" panose="000005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9933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5202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BD3C163-ECE8-9E85-80C6-9D73BA4C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95405D1F-5DF5-5E57-8E92-68B60E3AC453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accent3"/>
                </a:solidFill>
                <a:latin typeface="Montserrat SemiBold"/>
                <a:sym typeface="Montserrat SemiBold"/>
              </a:rPr>
              <a:t>ANÁLISIS EXPLORATIORIO (EDA)</a:t>
            </a:r>
            <a:endParaRPr lang="es-ES" sz="2600" dirty="0">
              <a:solidFill>
                <a:schemeClr val="accent3"/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896859AE-DC1F-DD07-5367-F0AA28DF5F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BA041EFC-C450-EDE7-5EEF-08CD6191F5E7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19F9042-7B02-409F-37FA-CD58A00FB68E}"/>
              </a:ext>
            </a:extLst>
          </p:cNvPr>
          <p:cNvSpPr txBox="1"/>
          <p:nvPr/>
        </p:nvSpPr>
        <p:spPr>
          <a:xfrm>
            <a:off x="817416" y="3979081"/>
            <a:ext cx="33735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Montserrat" panose="00000500000000000000" pitchFamily="2" charset="0"/>
              </a:rPr>
              <a:t>Mayoría de las reservas son para estancias cortas durante la semana, con picos en 1, 2 y 3 noches. Está sesgada hacia la derecha, indicando que estancias más largas entre semana son menos comunes.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D143362-A2BF-D8A6-169A-3464CE60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15" y="1246643"/>
            <a:ext cx="4103721" cy="248892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8A9B9DB-F0FC-7ECE-8E33-97D901FD19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8" y="1246644"/>
            <a:ext cx="3949813" cy="2488924"/>
          </a:xfrm>
          <a:prstGeom prst="rect">
            <a:avLst/>
          </a:prstGeom>
        </p:spPr>
      </p:pic>
      <p:sp>
        <p:nvSpPr>
          <p:cNvPr id="17" name="Google Shape;77;p16">
            <a:extLst>
              <a:ext uri="{FF2B5EF4-FFF2-40B4-BE49-F238E27FC236}">
                <a16:creationId xmlns:a16="http://schemas.microsoft.com/office/drawing/2014/main" id="{1FD72C86-B0DE-4CB6-A96C-E36822F601F0}"/>
              </a:ext>
            </a:extLst>
          </p:cNvPr>
          <p:cNvSpPr txBox="1"/>
          <p:nvPr/>
        </p:nvSpPr>
        <p:spPr>
          <a:xfrm>
            <a:off x="-240825" y="625810"/>
            <a:ext cx="6038952" cy="447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/>
          <a:p>
            <a:pPr marL="457200">
              <a:lnSpc>
                <a:spcPct val="115000"/>
              </a:lnSpc>
            </a:pPr>
            <a:r>
              <a:rPr lang="es-ES" sz="1300" dirty="0">
                <a:latin typeface="Montserrat" panose="00000500000000000000" pitchFamily="2" charset="0"/>
              </a:rPr>
              <a:t>DISTRIBUCIONES para entender la población:</a:t>
            </a:r>
          </a:p>
          <a:p>
            <a:pPr marL="457200" lvl="0">
              <a:lnSpc>
                <a:spcPct val="115000"/>
              </a:lnSpc>
            </a:pPr>
            <a:endParaRPr lang="de" sz="1600" b="1" dirty="0">
              <a:solidFill>
                <a:schemeClr val="dk1"/>
              </a:solidFill>
              <a:latin typeface="Montserrat"/>
              <a:sym typeface="Montserrat SemiBold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06C7AE0-82FC-38BE-910C-A4FCF0947EC9}"/>
              </a:ext>
            </a:extLst>
          </p:cNvPr>
          <p:cNvSpPr txBox="1"/>
          <p:nvPr/>
        </p:nvSpPr>
        <p:spPr>
          <a:xfrm>
            <a:off x="5052807" y="3979081"/>
            <a:ext cx="337358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Montserrat" panose="00000500000000000000" pitchFamily="2" charset="0"/>
              </a:rPr>
              <a:t>Reservas no incluyen noches de fin de semana (0 noches), pero también hay una cantidad considerable de reservas que incluyen 1 o 2 noches de fin de semana. También está sesgado a la derecha.</a:t>
            </a:r>
          </a:p>
        </p:txBody>
      </p:sp>
    </p:spTree>
    <p:extLst>
      <p:ext uri="{BB962C8B-B14F-4D97-AF65-F5344CB8AC3E}">
        <p14:creationId xmlns:p14="http://schemas.microsoft.com/office/powerpoint/2010/main" val="2070269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82A6998A-1DBB-08ED-D3C0-B08925E53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D9909DBC-EE01-25E3-09AE-404A97C58BE3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ANÁLISIS EXPLORATIORIO (EDA)</a:t>
            </a:r>
            <a:endParaRPr lang="es-ES"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5160B19-D3FB-9CFB-B92F-55D7C0E23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30DD6F88-73A9-1789-BA2F-C1E52269E5D7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5A028D1-88E9-1F75-BE93-D372A716F507}"/>
              </a:ext>
            </a:extLst>
          </p:cNvPr>
          <p:cNvSpPr txBox="1"/>
          <p:nvPr/>
        </p:nvSpPr>
        <p:spPr>
          <a:xfrm>
            <a:off x="306902" y="3623572"/>
            <a:ext cx="263477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Montserrat" panose="00000500000000000000" pitchFamily="2" charset="0"/>
              </a:rPr>
              <a:t>Mayoría de las reservas son para 2 adultos, seguidas por reservas para 1 adulto. Esto indica el tamaño típico de los grupos que reservan en este establecimiento.</a:t>
            </a:r>
          </a:p>
        </p:txBody>
      </p:sp>
      <p:sp>
        <p:nvSpPr>
          <p:cNvPr id="17" name="Google Shape;77;p16">
            <a:extLst>
              <a:ext uri="{FF2B5EF4-FFF2-40B4-BE49-F238E27FC236}">
                <a16:creationId xmlns:a16="http://schemas.microsoft.com/office/drawing/2014/main" id="{748FA445-DEEE-1EA3-95CA-C65EBE6117E0}"/>
              </a:ext>
            </a:extLst>
          </p:cNvPr>
          <p:cNvSpPr txBox="1"/>
          <p:nvPr/>
        </p:nvSpPr>
        <p:spPr>
          <a:xfrm>
            <a:off x="-240825" y="625810"/>
            <a:ext cx="6038952" cy="447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1425" bIns="91425" anchor="t" anchorCtr="0">
            <a:noAutofit/>
          </a:bodyPr>
          <a:lstStyle/>
          <a:p>
            <a:pPr marL="457200">
              <a:lnSpc>
                <a:spcPct val="115000"/>
              </a:lnSpc>
            </a:pPr>
            <a:r>
              <a:rPr lang="es-ES" sz="1300" dirty="0">
                <a:latin typeface="Montserrat" panose="00000500000000000000" pitchFamily="2" charset="0"/>
              </a:rPr>
              <a:t>DISTRIBUCIONES para entender la población:</a:t>
            </a:r>
          </a:p>
          <a:p>
            <a:pPr marL="457200" lvl="0">
              <a:lnSpc>
                <a:spcPct val="115000"/>
              </a:lnSpc>
            </a:pPr>
            <a:endParaRPr lang="de" sz="1600" b="1" dirty="0">
              <a:solidFill>
                <a:schemeClr val="dk1"/>
              </a:solidFill>
              <a:latin typeface="Montserrat"/>
              <a:sym typeface="Montserrat SemiBold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6D275B0-196D-1439-2309-26AB06BE0F78}"/>
              </a:ext>
            </a:extLst>
          </p:cNvPr>
          <p:cNvSpPr txBox="1"/>
          <p:nvPr/>
        </p:nvSpPr>
        <p:spPr>
          <a:xfrm>
            <a:off x="3623778" y="3599100"/>
            <a:ext cx="204265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Montserrat" panose="00000500000000000000" pitchFamily="2" charset="0"/>
              </a:rPr>
              <a:t>Hay un desbalance en la muestra, con una mayor cantidad de reservas no canceladas que canceladas. Esto es importante tener en cuenta para futuros modelos predictivos.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1E4485-6D86-4B39-C3CC-EE08416A2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5" y="1587484"/>
            <a:ext cx="3020567" cy="196853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6689369-43C6-577D-C610-010B129214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0912" y="1506338"/>
            <a:ext cx="2889967" cy="199784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947C4D2-1CCC-8256-1412-3EEDA4C89A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103" y="1537422"/>
            <a:ext cx="2936729" cy="2018594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D15EC6C4-A7DE-4CA3-F4E7-C17588CAEA14}"/>
              </a:ext>
            </a:extLst>
          </p:cNvPr>
          <p:cNvSpPr txBox="1"/>
          <p:nvPr/>
        </p:nvSpPr>
        <p:spPr>
          <a:xfrm>
            <a:off x="6521302" y="3537545"/>
            <a:ext cx="239732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 </a:t>
            </a:r>
            <a:r>
              <a:rPr lang="es-ES" sz="1000" dirty="0">
                <a:latin typeface="Montserrat" panose="00000500000000000000" pitchFamily="2" charset="0"/>
              </a:rPr>
              <a:t>Las reservas con un mayor número de solicitudes especiales tienden a tener una menor tasa de cancelación. Esto sugiere que hacer solicitudes especiales puede ser un indicador de un cliente más comprometido con la reserva.</a:t>
            </a:r>
          </a:p>
        </p:txBody>
      </p:sp>
    </p:spTree>
    <p:extLst>
      <p:ext uri="{BB962C8B-B14F-4D97-AF65-F5344CB8AC3E}">
        <p14:creationId xmlns:p14="http://schemas.microsoft.com/office/powerpoint/2010/main" val="24769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69873BB-48A9-B651-97C6-A65609971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C39791C8-BE2D-6E99-8F21-8004759D5793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ANÁLISIS EXPLORATIORIO (EDA)</a:t>
            </a:r>
            <a:endParaRPr lang="es-ES"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C2A17157-AC14-F46B-9019-EA5164EE3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58267541-1246-E537-F5E2-5BAA0681A462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A8B7874-EE87-2A3B-DB42-0B89CDD0B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172" y="819037"/>
            <a:ext cx="4442828" cy="254439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5ED52E4-C197-815B-12A5-191A814175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1356" y="758786"/>
            <a:ext cx="4056873" cy="266489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903B0E6-2167-D836-9B72-33C507065275}"/>
              </a:ext>
            </a:extLst>
          </p:cNvPr>
          <p:cNvSpPr txBox="1"/>
          <p:nvPr/>
        </p:nvSpPr>
        <p:spPr>
          <a:xfrm>
            <a:off x="387926" y="3445212"/>
            <a:ext cx="412027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Segmento </a:t>
            </a:r>
            <a:r>
              <a:rPr lang="es-ES" sz="1000" b="1" dirty="0">
                <a:latin typeface="Montserrat" panose="00000500000000000000" pitchFamily="2" charset="0"/>
              </a:rPr>
              <a:t>ONLINE</a:t>
            </a:r>
            <a:r>
              <a:rPr lang="es-ES" sz="1000" dirty="0">
                <a:latin typeface="Montserrat" panose="00000500000000000000" pitchFamily="2" charset="0"/>
              </a:rPr>
              <a:t> con mayor peso en cantidad de reservas, seguido por </a:t>
            </a:r>
            <a:r>
              <a:rPr lang="es-ES" sz="1000" b="1" dirty="0">
                <a:latin typeface="Montserrat" panose="00000500000000000000" pitchFamily="2" charset="0"/>
              </a:rPr>
              <a:t>OFFLINE</a:t>
            </a:r>
            <a:r>
              <a:rPr lang="es-ES" sz="1000" dirty="0">
                <a:latin typeface="Montserrat" panose="00000500000000000000" pitchFamily="2" charset="0"/>
              </a:rPr>
              <a:t> y </a:t>
            </a:r>
            <a:r>
              <a:rPr lang="es-ES" sz="1000" b="1" dirty="0">
                <a:latin typeface="Montserrat" panose="00000500000000000000" pitchFamily="2" charset="0"/>
              </a:rPr>
              <a:t>CORPORATE</a:t>
            </a:r>
            <a:r>
              <a:rPr lang="es-ES" sz="1000" dirty="0">
                <a:latin typeface="Montserrat" panose="00000500000000000000" pitchFamily="2" charset="0"/>
              </a:rPr>
              <a:t>. Sin peso para </a:t>
            </a:r>
            <a:r>
              <a:rPr lang="es-ES" sz="1000" dirty="0" err="1">
                <a:latin typeface="Montserrat" panose="00000500000000000000" pitchFamily="2" charset="0"/>
              </a:rPr>
              <a:t>Aviation</a:t>
            </a:r>
            <a:r>
              <a:rPr lang="es-ES" sz="1000" dirty="0">
                <a:latin typeface="Montserrat" panose="00000500000000000000" pitchFamily="2" charset="0"/>
              </a:rPr>
              <a:t> y </a:t>
            </a:r>
            <a:r>
              <a:rPr lang="es-ES" sz="1000" dirty="0" err="1">
                <a:latin typeface="Montserrat" panose="00000500000000000000" pitchFamily="2" charset="0"/>
              </a:rPr>
              <a:t>Complementary</a:t>
            </a:r>
            <a:endParaRPr lang="es-ES" sz="1000" dirty="0">
              <a:latin typeface="Montserrat" panose="00000500000000000000" pitchFamily="2" charset="0"/>
            </a:endParaRPr>
          </a:p>
          <a:p>
            <a:endParaRPr lang="es-ES" dirty="0"/>
          </a:p>
          <a:p>
            <a:r>
              <a:rPr lang="es-ES" sz="1000" dirty="0">
                <a:latin typeface="Montserrat" panose="00000500000000000000" pitchFamily="2" charset="0"/>
              </a:rPr>
              <a:t>Se observa mayor proporción y cantidad de cancelados en el canal </a:t>
            </a:r>
            <a:r>
              <a:rPr lang="es-ES" sz="1000" b="1" dirty="0">
                <a:latin typeface="Montserrat" panose="00000500000000000000" pitchFamily="2" charset="0"/>
              </a:rPr>
              <a:t>ONLINE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</a:p>
          <a:p>
            <a:r>
              <a:rPr lang="es-ES" sz="1000" dirty="0">
                <a:latin typeface="Montserrat" panose="00000500000000000000" pitchFamily="2" charset="0"/>
              </a:rPr>
              <a:t>Pocas cancelaciones en el canal </a:t>
            </a:r>
            <a:r>
              <a:rPr lang="es-ES" sz="1000" b="1" dirty="0">
                <a:latin typeface="Montserrat" panose="00000500000000000000" pitchFamily="2" charset="0"/>
              </a:rPr>
              <a:t>CORPORATE</a:t>
            </a:r>
            <a:r>
              <a:rPr lang="es-ES" sz="1000" dirty="0">
                <a:latin typeface="Montserrat" panose="00000500000000000000" pitchFamily="2" charset="0"/>
              </a:rPr>
              <a:t>.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7C2575D-75CE-443C-0ADD-8BDD3317C166}"/>
              </a:ext>
            </a:extLst>
          </p:cNvPr>
          <p:cNvSpPr txBox="1"/>
          <p:nvPr/>
        </p:nvSpPr>
        <p:spPr>
          <a:xfrm>
            <a:off x="4809652" y="3423684"/>
            <a:ext cx="412027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Precio Promedio mas alto en el canal </a:t>
            </a:r>
            <a:r>
              <a:rPr lang="es-ES" sz="1000" b="1" dirty="0">
                <a:latin typeface="Montserrat" panose="00000500000000000000" pitchFamily="2" charset="0"/>
              </a:rPr>
              <a:t>ONLINE. </a:t>
            </a:r>
            <a:r>
              <a:rPr lang="es-ES" sz="1000" dirty="0">
                <a:latin typeface="Montserrat" panose="00000500000000000000" pitchFamily="2" charset="0"/>
              </a:rPr>
              <a:t>Podría ser indicativo de muchas cancelaciones.</a:t>
            </a:r>
          </a:p>
          <a:p>
            <a:endParaRPr lang="es-ES" sz="1000" b="1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Canal </a:t>
            </a:r>
            <a:r>
              <a:rPr lang="es-ES" sz="1000" b="1" dirty="0">
                <a:latin typeface="Montserrat" panose="00000500000000000000" pitchFamily="2" charset="0"/>
              </a:rPr>
              <a:t>CORPORATE</a:t>
            </a:r>
            <a:r>
              <a:rPr lang="es-ES" sz="1000" dirty="0">
                <a:latin typeface="Montserrat" panose="00000500000000000000" pitchFamily="2" charset="0"/>
              </a:rPr>
              <a:t> es de los canales con menor precio promedio. Podría ser un indicativo de pocas cancelaciones.</a:t>
            </a:r>
          </a:p>
          <a:p>
            <a:endParaRPr lang="es-ES" dirty="0"/>
          </a:p>
          <a:p>
            <a:r>
              <a:rPr lang="es-ES" sz="1000" dirty="0">
                <a:latin typeface="Montserrat" panose="00000500000000000000" pitchFamily="2" charset="0"/>
              </a:rPr>
              <a:t>Canal </a:t>
            </a:r>
            <a:r>
              <a:rPr lang="es-ES" sz="1000" b="1" dirty="0">
                <a:latin typeface="Montserrat" panose="00000500000000000000" pitchFamily="2" charset="0"/>
              </a:rPr>
              <a:t>OFFLINE</a:t>
            </a:r>
            <a:r>
              <a:rPr lang="es-ES" sz="1000" dirty="0">
                <a:latin typeface="Montserrat" panose="00000500000000000000" pitchFamily="2" charset="0"/>
              </a:rPr>
              <a:t> en el escalón intermedio entre ON y COR.</a:t>
            </a:r>
          </a:p>
        </p:txBody>
      </p:sp>
    </p:spTree>
    <p:extLst>
      <p:ext uri="{BB962C8B-B14F-4D97-AF65-F5344CB8AC3E}">
        <p14:creationId xmlns:p14="http://schemas.microsoft.com/office/powerpoint/2010/main" val="549718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FF65DE42-92EA-0D11-E389-5329917E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0951CF2D-84C7-98CA-4457-B12AA3F58C38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ANÁLISIS EXPLORATIORIO (EDA)</a:t>
            </a:r>
            <a:endParaRPr lang="es-ES"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F04A5B8C-6B86-563D-4E70-2D64093F1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2D62EDDF-FBE8-30D7-996B-41EFA2DDD98B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4B9A64C-2C18-4E00-E661-572239267517}"/>
              </a:ext>
            </a:extLst>
          </p:cNvPr>
          <p:cNvSpPr txBox="1"/>
          <p:nvPr/>
        </p:nvSpPr>
        <p:spPr>
          <a:xfrm>
            <a:off x="6681626" y="1795573"/>
            <a:ext cx="201309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latin typeface="Montserrat" panose="00000500000000000000" pitchFamily="2" charset="0"/>
              </a:rPr>
              <a:t>Octubre</a:t>
            </a:r>
            <a:r>
              <a:rPr lang="es-ES" sz="1000" dirty="0">
                <a:latin typeface="Montserrat" panose="00000500000000000000" pitchFamily="2" charset="0"/>
              </a:rPr>
              <a:t> es el mes con mas cancelaciones pero a su vez con mas reservas. El mes donde proporcionalmente hay mas reservas canceladas son </a:t>
            </a:r>
            <a:r>
              <a:rPr lang="es-ES" sz="1000" b="1" dirty="0">
                <a:latin typeface="Montserrat" panose="00000500000000000000" pitchFamily="2" charset="0"/>
              </a:rPr>
              <a:t>Julio y Junio</a:t>
            </a:r>
            <a:r>
              <a:rPr lang="es-ES" sz="1000" dirty="0">
                <a:latin typeface="Montserrat" panose="00000500000000000000" pitchFamily="2" charset="0"/>
              </a:rPr>
              <a:t>. Los meses que menos cancelaciones vemos son en Enero, Noviembre y Diciembre.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EC62F15-2B33-CC94-757E-B4DBB0E7DF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235" y="1284707"/>
            <a:ext cx="6399391" cy="29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166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2D83DEF2-2BB1-E4D7-6FD7-35325F17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0671213C-A60E-6F42-865E-B0E1AC3AF55D}"/>
              </a:ext>
            </a:extLst>
          </p:cNvPr>
          <p:cNvSpPr txBox="1"/>
          <p:nvPr/>
        </p:nvSpPr>
        <p:spPr>
          <a:xfrm>
            <a:off x="70902" y="62251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90000"/>
              </a:lnSpc>
              <a:buClr>
                <a:schemeClr val="dk1"/>
              </a:buClr>
              <a:buSzPts val="1100"/>
            </a:pPr>
            <a:r>
              <a:rPr lang="es-ES" sz="2600" dirty="0">
                <a:solidFill>
                  <a:schemeClr val="bg1">
                    <a:lumMod val="85000"/>
                  </a:schemeClr>
                </a:solidFill>
                <a:latin typeface="Montserrat SemiBold"/>
                <a:sym typeface="Montserrat SemiBold"/>
              </a:rPr>
              <a:t>ANÁLISIS EXPLORATIORIO (EDA)</a:t>
            </a:r>
            <a:endParaRPr lang="es-ES" sz="2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9142AB98-A3A2-FB32-DCCA-4B70CDC2ED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14113FA1-ABC8-5032-FB07-3FA7CF60CFDE}"/>
              </a:ext>
            </a:extLst>
          </p:cNvPr>
          <p:cNvSpPr txBox="1"/>
          <p:nvPr/>
        </p:nvSpPr>
        <p:spPr>
          <a:xfrm>
            <a:off x="907471" y="3937655"/>
            <a:ext cx="73290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D6A59C4-2966-C5F7-694E-58971498F913}"/>
              </a:ext>
            </a:extLst>
          </p:cNvPr>
          <p:cNvSpPr txBox="1"/>
          <p:nvPr/>
        </p:nvSpPr>
        <p:spPr>
          <a:xfrm>
            <a:off x="5703431" y="1137778"/>
            <a:ext cx="330122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latin typeface="Montserrat" panose="00000500000000000000" pitchFamily="2" charset="0"/>
              </a:rPr>
              <a:t>LEAD TIME vs CANCELACION: </a:t>
            </a:r>
            <a:r>
              <a:rPr lang="es-ES" sz="1000" dirty="0">
                <a:latin typeface="Montserrat" panose="00000500000000000000" pitchFamily="2" charset="0"/>
              </a:rPr>
              <a:t>Las reservas canceladas tienden a mayor lead time. Las no canceladas se concentran en valores bajos de anticipación.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latin typeface="Montserrat" panose="00000500000000000000" pitchFamily="2" charset="0"/>
              </a:rPr>
              <a:t>AVERAGE PRICE: </a:t>
            </a:r>
            <a:br>
              <a:rPr lang="es-ES" sz="1000" b="1" dirty="0">
                <a:latin typeface="Montserrat" panose="00000500000000000000" pitchFamily="2" charset="0"/>
              </a:rPr>
            </a:br>
            <a:r>
              <a:rPr lang="es-ES" sz="1000" dirty="0">
                <a:latin typeface="Montserrat" panose="00000500000000000000" pitchFamily="2" charset="0"/>
              </a:rPr>
              <a:t>Aunque hay reservas canceladas y no canceladas en todos los rangos de precio,</a:t>
            </a:r>
            <a:br>
              <a:rPr lang="es-ES" sz="1000" dirty="0">
                <a:latin typeface="Montserrat" panose="00000500000000000000" pitchFamily="2" charset="0"/>
              </a:rPr>
            </a:br>
            <a:r>
              <a:rPr lang="es-ES" sz="1000" dirty="0">
                <a:latin typeface="Montserrat" panose="00000500000000000000" pitchFamily="2" charset="0"/>
              </a:rPr>
              <a:t>las canceladas tienden a concentrarse levemente entre los €50-125.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latin typeface="Montserrat" panose="00000500000000000000" pitchFamily="2" charset="0"/>
              </a:rPr>
              <a:t>NÚMEROS DE ADULTOS: </a:t>
            </a:r>
            <a:br>
              <a:rPr lang="es-ES" sz="1000" b="1" dirty="0">
                <a:latin typeface="Montserrat" panose="00000500000000000000" pitchFamily="2" charset="0"/>
              </a:rPr>
            </a:br>
            <a:r>
              <a:rPr lang="es-ES" sz="1000" dirty="0">
                <a:latin typeface="Montserrat" panose="00000500000000000000" pitchFamily="2" charset="0"/>
              </a:rPr>
              <a:t>No se observa una gran variación: la mayoría de las reservas son para 1 o 2 adultos. Las cancelaciones se reparten proporcionalmente, aunque con leve predominancia en grupos de 1.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latin typeface="Montserrat" panose="00000500000000000000" pitchFamily="2" charset="0"/>
              </a:rPr>
              <a:t>SPECIAL REQUESTS</a:t>
            </a:r>
            <a:r>
              <a:rPr lang="es-ES" sz="1000" dirty="0">
                <a:latin typeface="Montserrat" panose="00000500000000000000" pitchFamily="2" charset="0"/>
              </a:rPr>
              <a:t>: La mayoría de las reservas con más de 2 pedidos especiales no son </a:t>
            </a:r>
            <a:r>
              <a:rPr lang="es-ES" sz="1000" dirty="0" err="1">
                <a:latin typeface="Montserrat" panose="00000500000000000000" pitchFamily="2" charset="0"/>
              </a:rPr>
              <a:t>canceladas.Las</a:t>
            </a:r>
            <a:r>
              <a:rPr lang="es-ES" sz="1000" dirty="0">
                <a:latin typeface="Montserrat" panose="00000500000000000000" pitchFamily="2" charset="0"/>
              </a:rPr>
              <a:t> canceladas suelen tener pocos o ningún pedido especial.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C9886DC-6BD1-AE57-F00D-28DC88E31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759" y="609931"/>
            <a:ext cx="4886791" cy="4384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44715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3B9D9C9E-498D-78AF-FBEB-62196AEA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>
            <a:extLst>
              <a:ext uri="{FF2B5EF4-FFF2-40B4-BE49-F238E27FC236}">
                <a16:creationId xmlns:a16="http://schemas.microsoft.com/office/drawing/2014/main" id="{1EE96240-C630-C535-826A-4A547EB608D9}"/>
              </a:ext>
            </a:extLst>
          </p:cNvPr>
          <p:cNvSpPr txBox="1"/>
          <p:nvPr/>
        </p:nvSpPr>
        <p:spPr>
          <a:xfrm>
            <a:off x="327211" y="86746"/>
            <a:ext cx="7105752" cy="696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e" sz="2600" dirty="0">
                <a:solidFill>
                  <a:schemeClr val="accent3"/>
                </a:solidFill>
                <a:latin typeface="Montserrat SemiBold"/>
                <a:sym typeface="Montserrat SemiBold"/>
              </a:rPr>
              <a:t>CONCLUSIONES DEL EDA</a:t>
            </a:r>
            <a:endParaRPr sz="2600" dirty="0">
              <a:solidFill>
                <a:schemeClr val="accent3"/>
              </a:solidFill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9469A3A-9734-D21F-E8C1-A08D1046A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094" y="134738"/>
            <a:ext cx="1184562" cy="27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9439F9F8-5724-DF1E-E0E1-1A9E3A3923DE}"/>
              </a:ext>
            </a:extLst>
          </p:cNvPr>
          <p:cNvSpPr txBox="1"/>
          <p:nvPr/>
        </p:nvSpPr>
        <p:spPr>
          <a:xfrm>
            <a:off x="775854" y="977541"/>
            <a:ext cx="774469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💥 </a:t>
            </a:r>
            <a:r>
              <a:rPr lang="es-ES" sz="1000" b="1" dirty="0">
                <a:latin typeface="Montserrat" panose="00000500000000000000" pitchFamily="2" charset="0"/>
              </a:rPr>
              <a:t>1 de cada 3 reservas se cancela</a:t>
            </a:r>
            <a:r>
              <a:rPr lang="es-ES" sz="1000" dirty="0">
                <a:latin typeface="Montserrat" panose="00000500000000000000" pitchFamily="2" charset="0"/>
              </a:rPr>
              <a:t>: Un 33% de cancelaciones implica una pérdida importante de ingresos y problemas de planificación para el negocio.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⏳ </a:t>
            </a:r>
            <a:r>
              <a:rPr lang="es-ES" sz="1000" b="1" dirty="0">
                <a:latin typeface="Montserrat" panose="00000500000000000000" pitchFamily="2" charset="0"/>
              </a:rPr>
              <a:t>Reservas anticipadas se cancelan más</a:t>
            </a:r>
            <a:r>
              <a:rPr lang="es-ES" sz="1000" dirty="0">
                <a:latin typeface="Montserrat" panose="00000500000000000000" pitchFamily="2" charset="0"/>
              </a:rPr>
              <a:t>: A mayor lead time, mayor probabilidad de arrepentimiento o cambio de planes.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🔁 </a:t>
            </a:r>
            <a:r>
              <a:rPr lang="es-ES" sz="1000" b="1" dirty="0">
                <a:latin typeface="Montserrat" panose="00000500000000000000" pitchFamily="2" charset="0"/>
              </a:rPr>
              <a:t>Clientes repetitivos cancelan menos:</a:t>
            </a:r>
            <a:r>
              <a:rPr lang="es-ES" sz="1000" dirty="0">
                <a:latin typeface="Montserrat" panose="00000500000000000000" pitchFamily="2" charset="0"/>
              </a:rPr>
              <a:t> La fidelización reduce el riesgo de cancelación. Son clientes más confiables y con mayor compromiso.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✉️ </a:t>
            </a:r>
            <a:r>
              <a:rPr lang="es-ES" sz="1000" b="1" dirty="0">
                <a:latin typeface="Montserrat" panose="00000500000000000000" pitchFamily="2" charset="0"/>
              </a:rPr>
              <a:t>Pedidos especiales reflejan intención real de hospedarse</a:t>
            </a:r>
            <a:r>
              <a:rPr lang="es-ES" sz="1000" dirty="0">
                <a:latin typeface="Montserrat" panose="00000500000000000000" pitchFamily="2" charset="0"/>
              </a:rPr>
              <a:t>: Los huéspedes que personalizan su estadía cancelan con menos frecuencia.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🌐 </a:t>
            </a:r>
            <a:r>
              <a:rPr lang="es-ES" sz="1000" b="1" dirty="0">
                <a:latin typeface="Montserrat" panose="00000500000000000000" pitchFamily="2" charset="0"/>
              </a:rPr>
              <a:t>El canal online tiene más cancelaciones</a:t>
            </a:r>
            <a:r>
              <a:rPr lang="es-ES" sz="1000" dirty="0">
                <a:latin typeface="Montserrat" panose="00000500000000000000" pitchFamily="2" charset="0"/>
              </a:rPr>
              <a:t>: Las reservas hechas en internet muestran mayor volatilidad. Se recomienda revisar políticas comerciales según canal.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b="1" dirty="0">
                <a:latin typeface="Montserrat" panose="00000500000000000000" pitchFamily="2" charset="0"/>
              </a:rPr>
              <a:t>💸 El precio promedio no es determinante directo</a:t>
            </a:r>
            <a:r>
              <a:rPr lang="es-ES" sz="1000" dirty="0">
                <a:latin typeface="Montserrat" panose="00000500000000000000" pitchFamily="2" charset="0"/>
              </a:rPr>
              <a:t>: No se observó una relación clara entre el valor pagado y la cancelación.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☀️ </a:t>
            </a:r>
            <a:r>
              <a:rPr lang="es-ES" sz="1000" b="1" dirty="0">
                <a:latin typeface="Montserrat" panose="00000500000000000000" pitchFamily="2" charset="0"/>
              </a:rPr>
              <a:t>Verano europeo = pico de cancelaciones</a:t>
            </a:r>
            <a:r>
              <a:rPr lang="es-ES" sz="1000" dirty="0">
                <a:latin typeface="Montserrat" panose="00000500000000000000" pitchFamily="2" charset="0"/>
              </a:rPr>
              <a:t>: Los meses de junio, julio y agosto concentran la mayor proporción de cancelaciones.</a:t>
            </a:r>
          </a:p>
          <a:p>
            <a:endParaRPr lang="es-ES" sz="1000" dirty="0">
              <a:latin typeface="Montserrat" panose="00000500000000000000" pitchFamily="2" charset="0"/>
            </a:endParaRPr>
          </a:p>
          <a:p>
            <a:r>
              <a:rPr lang="es-ES" sz="1000" dirty="0">
                <a:latin typeface="Montserrat" panose="00000500000000000000" pitchFamily="2" charset="0"/>
              </a:rPr>
              <a:t>🧩 </a:t>
            </a:r>
            <a:r>
              <a:rPr lang="es-ES" sz="1000" b="1" dirty="0">
                <a:latin typeface="Montserrat" panose="00000500000000000000" pitchFamily="2" charset="0"/>
              </a:rPr>
              <a:t>La combinación de variables da más poder explicativo</a:t>
            </a:r>
            <a:r>
              <a:rPr lang="es-ES" sz="1000" dirty="0">
                <a:latin typeface="Montserrat" panose="00000500000000000000" pitchFamily="2" charset="0"/>
              </a:rPr>
              <a:t>: No hay un único factor que prediga la cancelación, sino interacciones entre lead time, canal, pedidos y tipo de cliente.</a:t>
            </a:r>
          </a:p>
        </p:txBody>
      </p:sp>
    </p:spTree>
    <p:extLst>
      <p:ext uri="{BB962C8B-B14F-4D97-AF65-F5344CB8AC3E}">
        <p14:creationId xmlns:p14="http://schemas.microsoft.com/office/powerpoint/2010/main" val="1356377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BF8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>
            <a:spLocks noGrp="1"/>
          </p:cNvSpPr>
          <p:nvPr>
            <p:ph type="ctrTitle"/>
          </p:nvPr>
        </p:nvSpPr>
        <p:spPr>
          <a:xfrm>
            <a:off x="-25" y="1738235"/>
            <a:ext cx="9144000" cy="1230000"/>
          </a:xfrm>
          <a:prstGeom prst="rect">
            <a:avLst/>
          </a:prstGeom>
        </p:spPr>
        <p:txBody>
          <a:bodyPr spcFirstLastPara="1" wrap="square" lIns="91425" tIns="90000" rIns="91425" bIns="9142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 dirty="0">
                <a:solidFill>
                  <a:srgbClr val="073763"/>
                </a:solidFill>
                <a:latin typeface="Montserrat"/>
                <a:ea typeface="Montserrat SemiBold"/>
                <a:cs typeface="Montserrat SemiBold"/>
                <a:sym typeface="Montserrat"/>
              </a:rPr>
              <a:t>GRACIAS</a:t>
            </a:r>
            <a:endParaRPr sz="1800" dirty="0">
              <a:solidFill>
                <a:srgbClr val="FFFBF8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3" name="Google Shape;183;p26"/>
          <p:cNvSpPr txBox="1"/>
          <p:nvPr/>
        </p:nvSpPr>
        <p:spPr>
          <a:xfrm>
            <a:off x="-25" y="3163528"/>
            <a:ext cx="9144000" cy="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" sz="1800" dirty="0">
                <a:solidFill>
                  <a:srgbClr val="274E1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FACUNDO BOSCH – 05.08.2025</a:t>
            </a:r>
            <a:endParaRPr sz="1800" dirty="0">
              <a:solidFill>
                <a:srgbClr val="274E13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FFAB40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1218</TotalTime>
  <Words>1200</Words>
  <Application>Microsoft Office PowerPoint</Application>
  <PresentationFormat>Presentación en pantalla (16:9)</PresentationFormat>
  <Paragraphs>127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Montserrat SemiBold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Facundo Bosch</dc:creator>
  <cp:lastModifiedBy>Lutz Schwenke</cp:lastModifiedBy>
  <cp:revision>2</cp:revision>
  <dcterms:modified xsi:type="dcterms:W3CDTF">2025-08-05T15:38:24Z</dcterms:modified>
</cp:coreProperties>
</file>